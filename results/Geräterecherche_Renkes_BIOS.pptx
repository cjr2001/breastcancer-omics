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296" r:id="rId2"/>
    <p:sldId id="283" r:id="rId3"/>
    <p:sldId id="317" r:id="rId4"/>
    <p:sldId id="318" r:id="rId5"/>
  </p:sldIdLst>
  <p:sldSz cx="9144000" cy="6858000" type="screen4x3"/>
  <p:notesSz cx="6669088" cy="987266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harina Dengg" initials="K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47" autoAdjust="0"/>
    <p:restoredTop sz="86399" autoAdjust="0"/>
  </p:normalViewPr>
  <p:slideViewPr>
    <p:cSldViewPr snapToGrid="0" showGuides="1">
      <p:cViewPr varScale="1">
        <p:scale>
          <a:sx n="94" d="100"/>
          <a:sy n="94" d="100"/>
        </p:scale>
        <p:origin x="1456" y="184"/>
      </p:cViewPr>
      <p:guideLst>
        <p:guide orient="horz" pos="346"/>
        <p:guide pos="2880"/>
      </p:guideLst>
    </p:cSldViewPr>
  </p:slideViewPr>
  <p:outlineViewPr>
    <p:cViewPr>
      <p:scale>
        <a:sx n="33" d="100"/>
        <a:sy n="33" d="100"/>
      </p:scale>
      <p:origin x="0" y="-870"/>
    </p:cViewPr>
  </p:outlineViewPr>
  <p:notesTextViewPr>
    <p:cViewPr>
      <p:scale>
        <a:sx n="1" d="1"/>
        <a:sy n="1" d="1"/>
      </p:scale>
      <p:origin x="0" y="-20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889938" cy="49534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sz="quarter" idx="1"/>
          </p:nvPr>
        </p:nvSpPr>
        <p:spPr>
          <a:xfrm>
            <a:off x="3777607" y="0"/>
            <a:ext cx="2889938" cy="495348"/>
          </a:xfrm>
          <a:prstGeom prst="rect">
            <a:avLst/>
          </a:prstGeom>
        </p:spPr>
        <p:txBody>
          <a:bodyPr vert="horz" lIns="91440" tIns="45720" rIns="91440" bIns="45720" rtlCol="0"/>
          <a:lstStyle>
            <a:lvl1pPr algn="r">
              <a:defRPr sz="1200"/>
            </a:lvl1pPr>
          </a:lstStyle>
          <a:p>
            <a:fld id="{3CD0E05E-0E5F-4619-840B-04816CDCE1FF}" type="datetimeFigureOut">
              <a:rPr lang="de-AT" smtClean="0"/>
              <a:t>06.04.26</a:t>
            </a:fld>
            <a:endParaRPr lang="de-AT"/>
          </a:p>
        </p:txBody>
      </p:sp>
      <p:sp>
        <p:nvSpPr>
          <p:cNvPr id="4" name="Fußzeilenplatzhalter 3"/>
          <p:cNvSpPr>
            <a:spLocks noGrp="1"/>
          </p:cNvSpPr>
          <p:nvPr>
            <p:ph type="ftr" sz="quarter" idx="2"/>
          </p:nvPr>
        </p:nvSpPr>
        <p:spPr>
          <a:xfrm>
            <a:off x="0" y="9377317"/>
            <a:ext cx="2889938" cy="495347"/>
          </a:xfrm>
          <a:prstGeom prst="rect">
            <a:avLst/>
          </a:prstGeom>
        </p:spPr>
        <p:txBody>
          <a:bodyPr vert="horz" lIns="91440" tIns="45720" rIns="91440" bIns="45720" rtlCol="0" anchor="b"/>
          <a:lstStyle>
            <a:lvl1pPr algn="l">
              <a:defRPr sz="1200"/>
            </a:lvl1pPr>
          </a:lstStyle>
          <a:p>
            <a:endParaRPr lang="de-AT"/>
          </a:p>
        </p:txBody>
      </p:sp>
      <p:sp>
        <p:nvSpPr>
          <p:cNvPr id="5" name="Foliennummernplatzhalter 4"/>
          <p:cNvSpPr>
            <a:spLocks noGrp="1"/>
          </p:cNvSpPr>
          <p:nvPr>
            <p:ph type="sldNum" sz="quarter" idx="3"/>
          </p:nvPr>
        </p:nvSpPr>
        <p:spPr>
          <a:xfrm>
            <a:off x="3777607" y="9377317"/>
            <a:ext cx="2889938" cy="495347"/>
          </a:xfrm>
          <a:prstGeom prst="rect">
            <a:avLst/>
          </a:prstGeom>
        </p:spPr>
        <p:txBody>
          <a:bodyPr vert="horz" lIns="91440" tIns="45720" rIns="91440" bIns="45720" rtlCol="0" anchor="b"/>
          <a:lstStyle>
            <a:lvl1pPr algn="r">
              <a:defRPr sz="1200"/>
            </a:lvl1pPr>
          </a:lstStyle>
          <a:p>
            <a:fld id="{2DF16DE8-E1E4-4AF2-9B02-7E3CC699773B}" type="slidenum">
              <a:rPr lang="de-AT" smtClean="0"/>
              <a:t>‹Nr.›</a:t>
            </a:fld>
            <a:endParaRPr lang="de-AT"/>
          </a:p>
        </p:txBody>
      </p:sp>
    </p:spTree>
    <p:extLst>
      <p:ext uri="{BB962C8B-B14F-4D97-AF65-F5344CB8AC3E}">
        <p14:creationId xmlns:p14="http://schemas.microsoft.com/office/powerpoint/2010/main" val="2624214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889938" cy="49534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777607" y="0"/>
            <a:ext cx="2889938" cy="495348"/>
          </a:xfrm>
          <a:prstGeom prst="rect">
            <a:avLst/>
          </a:prstGeom>
        </p:spPr>
        <p:txBody>
          <a:bodyPr vert="horz" lIns="91440" tIns="45720" rIns="91440" bIns="45720" rtlCol="0"/>
          <a:lstStyle>
            <a:lvl1pPr algn="r">
              <a:defRPr sz="1200"/>
            </a:lvl1pPr>
          </a:lstStyle>
          <a:p>
            <a:fld id="{85C4AB0C-E262-4C0E-AFB9-E3AC8707D9BE}" type="datetimeFigureOut">
              <a:rPr lang="de-DE" smtClean="0"/>
              <a:t>06.04.26</a:t>
            </a:fld>
            <a:endParaRPr lang="de-DE"/>
          </a:p>
        </p:txBody>
      </p:sp>
      <p:sp>
        <p:nvSpPr>
          <p:cNvPr id="4" name="Folienbildplatzhalter 3"/>
          <p:cNvSpPr>
            <a:spLocks noGrp="1" noRot="1" noChangeAspect="1"/>
          </p:cNvSpPr>
          <p:nvPr>
            <p:ph type="sldImg" idx="2"/>
          </p:nvPr>
        </p:nvSpPr>
        <p:spPr>
          <a:xfrm>
            <a:off x="1114425" y="1233488"/>
            <a:ext cx="4440238" cy="3332162"/>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66909" y="4751219"/>
            <a:ext cx="5335270" cy="3887361"/>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377317"/>
            <a:ext cx="2889938" cy="49534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777607" y="9377317"/>
            <a:ext cx="2889938" cy="495347"/>
          </a:xfrm>
          <a:prstGeom prst="rect">
            <a:avLst/>
          </a:prstGeom>
        </p:spPr>
        <p:txBody>
          <a:bodyPr vert="horz" lIns="91440" tIns="45720" rIns="91440" bIns="45720" rtlCol="0" anchor="b"/>
          <a:lstStyle>
            <a:lvl1pPr algn="r">
              <a:defRPr sz="1200"/>
            </a:lvl1pPr>
          </a:lstStyle>
          <a:p>
            <a:fld id="{8AEDFF36-2726-40AA-99D6-4D73C8508E66}" type="slidenum">
              <a:rPr lang="de-DE" smtClean="0"/>
              <a:t>‹Nr.›</a:t>
            </a:fld>
            <a:endParaRPr lang="de-DE"/>
          </a:p>
        </p:txBody>
      </p:sp>
    </p:spTree>
    <p:extLst>
      <p:ext uri="{BB962C8B-B14F-4D97-AF65-F5344CB8AC3E}">
        <p14:creationId xmlns:p14="http://schemas.microsoft.com/office/powerpoint/2010/main" val="387266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Ich präsentiere das </a:t>
            </a:r>
            <a:r>
              <a:rPr lang="de-DE" dirty="0" err="1"/>
              <a:t>Noraxon</a:t>
            </a:r>
            <a:r>
              <a:rPr lang="de-DE" dirty="0"/>
              <a:t> Core EMG von der </a:t>
            </a:r>
            <a:r>
              <a:rPr lang="de-DE" dirty="0" err="1"/>
              <a:t>Velamed</a:t>
            </a:r>
            <a:r>
              <a:rPr lang="de-DE" dirty="0"/>
              <a:t> GmbH mit Sitz in Köln. Es handelt sich um ein drahtloses Oberflächen-EMG-System, das sowohl im klinischen als auch im Sport- und Trainingsbereich eingesetzt werden kann.</a:t>
            </a:r>
          </a:p>
        </p:txBody>
      </p:sp>
      <p:sp>
        <p:nvSpPr>
          <p:cNvPr id="4" name="Foliennummernplatzhalter 3"/>
          <p:cNvSpPr>
            <a:spLocks noGrp="1"/>
          </p:cNvSpPr>
          <p:nvPr>
            <p:ph type="sldNum" sz="quarter" idx="5"/>
          </p:nvPr>
        </p:nvSpPr>
        <p:spPr/>
        <p:txBody>
          <a:bodyPr/>
          <a:lstStyle/>
          <a:p>
            <a:fld id="{8AEDFF36-2726-40AA-99D6-4D73C8508E66}" type="slidenum">
              <a:rPr lang="de-DE" smtClean="0"/>
              <a:t>1</a:t>
            </a:fld>
            <a:endParaRPr lang="de-DE"/>
          </a:p>
        </p:txBody>
      </p:sp>
    </p:spTree>
    <p:extLst>
      <p:ext uri="{BB962C8B-B14F-4D97-AF65-F5344CB8AC3E}">
        <p14:creationId xmlns:p14="http://schemas.microsoft.com/office/powerpoint/2010/main" val="371004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Gerät hat einen Eingangsbereich von plus/minus 24.000 Mikrovolt — das ist der Spitzenwert </a:t>
            </a:r>
            <a:r>
              <a:rPr lang="de-DE" dirty="0" err="1"/>
              <a:t>U_p</a:t>
            </a:r>
            <a:r>
              <a:rPr lang="de-DE" dirty="0"/>
              <a:t>. Die Rauschspannung beträgt laut Datenblatt weniger als 2 Mikrovolt RMS, wobei sich dieser Wert explizit auf den Analogteil, also den Hub, bezieht. Der ADC hat eine Auflösung von 24 Bit, die Bandbreite liegt zwischen 20 und 500 Hertz, die Abtastrate bei 2000 Hertz, und der CMRR beträgt mehr als 90 Dezibel.</a:t>
            </a:r>
          </a:p>
        </p:txBody>
      </p:sp>
      <p:sp>
        <p:nvSpPr>
          <p:cNvPr id="4" name="Foliennummernplatzhalter 3"/>
          <p:cNvSpPr>
            <a:spLocks noGrp="1"/>
          </p:cNvSpPr>
          <p:nvPr>
            <p:ph type="sldNum" sz="quarter" idx="5"/>
          </p:nvPr>
        </p:nvSpPr>
        <p:spPr/>
        <p:txBody>
          <a:bodyPr/>
          <a:lstStyle/>
          <a:p>
            <a:fld id="{8AEDFF36-2726-40AA-99D6-4D73C8508E66}" type="slidenum">
              <a:rPr lang="de-DE" smtClean="0"/>
              <a:t>2</a:t>
            </a:fld>
            <a:endParaRPr lang="de-DE"/>
          </a:p>
        </p:txBody>
      </p:sp>
    </p:spTree>
    <p:extLst>
      <p:ext uri="{BB962C8B-B14F-4D97-AF65-F5344CB8AC3E}">
        <p14:creationId xmlns:p14="http://schemas.microsoft.com/office/powerpoint/2010/main" val="2671093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Zuerst berechne ich die maximal erfassbare EMG-Amplitude als Effektivwert. Mit der Formel U_RMS gleich </a:t>
            </a:r>
            <a:r>
              <a:rPr lang="de-DE" dirty="0" err="1"/>
              <a:t>U_p</a:t>
            </a:r>
            <a:r>
              <a:rPr lang="de-DE" dirty="0"/>
              <a:t> geteilt durch den </a:t>
            </a:r>
            <a:r>
              <a:rPr lang="de-DE" dirty="0" err="1"/>
              <a:t>Crestfaktor</a:t>
            </a:r>
            <a:r>
              <a:rPr lang="de-DE" dirty="0"/>
              <a:t> ergibt sich: 24.000 Mikrovolt geteilt durch 2,3 — das sind ungefähr 10.400 Mikrovolt, also etwa 10,4 Millivolt RMS. Den </a:t>
            </a:r>
            <a:r>
              <a:rPr lang="de-DE" dirty="0" err="1"/>
              <a:t>Crestfaktor</a:t>
            </a:r>
            <a:r>
              <a:rPr lang="de-DE" dirty="0"/>
              <a:t> 2,3 verwende ich für eine Wahrscheinlichkeit von 99 Prozent.</a:t>
            </a:r>
          </a:p>
          <a:p>
            <a:r>
              <a:rPr lang="de-DE" dirty="0"/>
              <a:t>Für den Signal-Rausch-Abstand gilt: SNR gleich 20 mal log10 von </a:t>
            </a:r>
            <a:r>
              <a:rPr lang="de-DE" dirty="0" err="1"/>
              <a:t>U_Signal</a:t>
            </a:r>
            <a:r>
              <a:rPr lang="de-DE" dirty="0"/>
              <a:t> durch </a:t>
            </a:r>
            <a:r>
              <a:rPr lang="de-DE" dirty="0" err="1"/>
              <a:t>U_Rauschen</a:t>
            </a:r>
            <a:r>
              <a:rPr lang="de-DE" dirty="0"/>
              <a:t>. Eingesetzt ergibt das 20 mal log10 von 10.400 durch 2 — ungefähr 74 Dezibel.</a:t>
            </a:r>
          </a:p>
          <a:p>
            <a:r>
              <a:rPr lang="de-DE" dirty="0"/>
              <a:t>Dann berechne ich den Wert des kleinsten Bits: LSB gleich Eingangsbereich Peak-</a:t>
            </a:r>
            <a:r>
              <a:rPr lang="de-DE" dirty="0" err="1"/>
              <a:t>to</a:t>
            </a:r>
            <a:r>
              <a:rPr lang="de-DE" dirty="0"/>
              <a:t>-Peak geteilt durch 2 hoch n. Das sind 48.000 Mikrovolt durch 2 hoch 24, also ungefähr 2,9 Nanovolt.</a:t>
            </a:r>
          </a:p>
          <a:p>
            <a:r>
              <a:rPr lang="de-DE" dirty="0"/>
              <a:t>Für die verrauschten Bits gilt: </a:t>
            </a:r>
            <a:r>
              <a:rPr lang="de-DE" dirty="0" err="1"/>
              <a:t>n_rausch</a:t>
            </a:r>
            <a:r>
              <a:rPr lang="de-DE" dirty="0"/>
              <a:t> gleich log2 von </a:t>
            </a:r>
            <a:r>
              <a:rPr lang="de-DE" dirty="0" err="1"/>
              <a:t>U_rausch_peak</a:t>
            </a:r>
            <a:r>
              <a:rPr lang="de-DE" dirty="0"/>
              <a:t> durch LSB. Der Rausch-Spitzenwert ist 2 Mikrovolt mal 2,3, also 4,6 Mikrovolt oder 4600 Nanovolt. Damit ergibt sich log2 von 4600 durch 2,9 ungefähr 10,6 — also rund 11 Bit verrauscht, und effektiv nutzbar sind 24 minus 11, das heißt etwa 13 Bit.</a:t>
            </a:r>
          </a:p>
          <a:p>
            <a:endParaRPr lang="de-DE" dirty="0"/>
          </a:p>
        </p:txBody>
      </p:sp>
      <p:sp>
        <p:nvSpPr>
          <p:cNvPr id="4" name="Foliennummernplatzhalter 3"/>
          <p:cNvSpPr>
            <a:spLocks noGrp="1"/>
          </p:cNvSpPr>
          <p:nvPr>
            <p:ph type="sldNum" sz="quarter" idx="5"/>
          </p:nvPr>
        </p:nvSpPr>
        <p:spPr/>
        <p:txBody>
          <a:bodyPr/>
          <a:lstStyle/>
          <a:p>
            <a:fld id="{8AEDFF36-2726-40AA-99D6-4D73C8508E66}" type="slidenum">
              <a:rPr lang="de-DE" smtClean="0"/>
              <a:t>3</a:t>
            </a:fld>
            <a:endParaRPr lang="de-DE"/>
          </a:p>
        </p:txBody>
      </p:sp>
    </p:spTree>
    <p:extLst>
      <p:ext uri="{BB962C8B-B14F-4D97-AF65-F5344CB8AC3E}">
        <p14:creationId xmlns:p14="http://schemas.microsoft.com/office/powerpoint/2010/main" val="3733018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Zur Bewertung: Der berechnete SNR von 74 Dezibel ist für ein EMG-Gerät sehr gut — ein Vergleichswert fehlt im Datenblatt allerdings komplett. Von den 24 Bit des ADC sind etwa 11 verrauscht, effektiv nutzbar sind rund 13 Bit, was für EMG-Anwendungen ausreichend ist. Die Bandbreite von 20 bis 500 Hertz entspricht dem Standard für Oberflächen-EMG.</a:t>
            </a:r>
          </a:p>
          <a:p>
            <a:r>
              <a:rPr lang="de-DE" dirty="0"/>
              <a:t>Wichtig zur Rauschangabe: Das Datenblatt weist die 2 Mikrovolt RMS dem Analogteil zu. Das Quantisierungsrauschen des ADC beträgt nur etwa 0,84 Nanovolt RMS — also völlig vernachlässigbar, das Rauschen wird klar vom Analogteil dominiert.</a:t>
            </a:r>
          </a:p>
          <a:p>
            <a:r>
              <a:rPr lang="de-DE"/>
              <a:t>Kritisch anzumerken ist, dass das Datenblatt insgesamt unvollständig ist: Es fehlen ein SNR-Wert, Angaben zum Digitalrauschen, und das Rauschen des Sensors selbst wird gar nicht spezifiziert — nur das Hub-Rauschen wird angegeben."</a:t>
            </a:r>
          </a:p>
          <a:p>
            <a:endParaRPr lang="de-DE"/>
          </a:p>
        </p:txBody>
      </p:sp>
      <p:sp>
        <p:nvSpPr>
          <p:cNvPr id="4" name="Foliennummernplatzhalter 3"/>
          <p:cNvSpPr>
            <a:spLocks noGrp="1"/>
          </p:cNvSpPr>
          <p:nvPr>
            <p:ph type="sldNum" sz="quarter" idx="5"/>
          </p:nvPr>
        </p:nvSpPr>
        <p:spPr/>
        <p:txBody>
          <a:bodyPr/>
          <a:lstStyle/>
          <a:p>
            <a:fld id="{8AEDFF36-2726-40AA-99D6-4D73C8508E66}" type="slidenum">
              <a:rPr lang="de-DE" smtClean="0"/>
              <a:t>4</a:t>
            </a:fld>
            <a:endParaRPr lang="de-DE"/>
          </a:p>
        </p:txBody>
      </p:sp>
    </p:spTree>
    <p:extLst>
      <p:ext uri="{BB962C8B-B14F-4D97-AF65-F5344CB8AC3E}">
        <p14:creationId xmlns:p14="http://schemas.microsoft.com/office/powerpoint/2010/main" val="394020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lvl1pPr>
              <a:defRPr>
                <a:solidFill>
                  <a:schemeClr val="accent1"/>
                </a:solidFill>
              </a:defRPr>
            </a:lvl1pPr>
          </a:lstStyle>
          <a:p>
            <a:r>
              <a:rPr lang="en-US"/>
              <a:t>Organisationseinheit</a:t>
            </a:r>
            <a:endParaRPr lang="de-DE" dirty="0"/>
          </a:p>
        </p:txBody>
      </p:sp>
      <p:sp>
        <p:nvSpPr>
          <p:cNvPr id="4" name="Fußzeilenplatzhalter 3"/>
          <p:cNvSpPr>
            <a:spLocks noGrp="1"/>
          </p:cNvSpPr>
          <p:nvPr>
            <p:ph type="ftr" sz="quarter" idx="11"/>
          </p:nvPr>
        </p:nvSpPr>
        <p:spPr/>
        <p:txBody>
          <a:bodyPr/>
          <a:lstStyle>
            <a:lvl1pPr>
              <a:defRPr>
                <a:solidFill>
                  <a:schemeClr val="accent1"/>
                </a:solidFill>
              </a:defRPr>
            </a:lvl1pPr>
          </a:lstStyle>
          <a:p>
            <a:r>
              <a:rPr lang="de-DE"/>
              <a:t>Titel der Präsentation ODER des Vortragenden</a:t>
            </a:r>
            <a:endParaRPr lang="de-DE" dirty="0"/>
          </a:p>
        </p:txBody>
      </p:sp>
      <p:sp>
        <p:nvSpPr>
          <p:cNvPr id="5" name="Foliennummernplatzhalter 4"/>
          <p:cNvSpPr>
            <a:spLocks noGrp="1"/>
          </p:cNvSpPr>
          <p:nvPr>
            <p:ph type="sldNum" sz="quarter" idx="12"/>
          </p:nvPr>
        </p:nvSpPr>
        <p:spPr/>
        <p:txBody>
          <a:bodyPr/>
          <a:lstStyle/>
          <a:p>
            <a:fld id="{AB6C09D1-9D44-46E9-90D5-584F6311654E}" type="slidenum">
              <a:rPr lang="de-DE" smtClean="0"/>
              <a:pPr/>
              <a:t>‹Nr.›</a:t>
            </a:fld>
            <a:endParaRPr lang="de-DE" dirty="0"/>
          </a:p>
        </p:txBody>
      </p:sp>
      <p:sp>
        <p:nvSpPr>
          <p:cNvPr id="9" name="Rechteck 8"/>
          <p:cNvSpPr/>
          <p:nvPr userDrawn="1"/>
        </p:nvSpPr>
        <p:spPr>
          <a:xfrm>
            <a:off x="0" y="1"/>
            <a:ext cx="9144000" cy="63087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6" name="Titel 1"/>
          <p:cNvSpPr>
            <a:spLocks noGrp="1"/>
          </p:cNvSpPr>
          <p:nvPr>
            <p:ph type="ctrTitle"/>
          </p:nvPr>
        </p:nvSpPr>
        <p:spPr>
          <a:xfrm>
            <a:off x="539086" y="1345093"/>
            <a:ext cx="7975073" cy="2387600"/>
          </a:xfrm>
        </p:spPr>
        <p:txBody>
          <a:bodyPr anchor="b"/>
          <a:lstStyle>
            <a:lvl1pPr algn="l">
              <a:defRPr sz="6000">
                <a:solidFill>
                  <a:schemeClr val="bg1"/>
                </a:solidFill>
                <a:latin typeface="+mj-lt"/>
              </a:defRPr>
            </a:lvl1pPr>
          </a:lstStyle>
          <a:p>
            <a:r>
              <a:rPr lang="de-DE"/>
              <a:t>Mastertitelformat bearbeiten</a:t>
            </a:r>
            <a:endParaRPr lang="de-DE" dirty="0"/>
          </a:p>
        </p:txBody>
      </p:sp>
      <p:sp>
        <p:nvSpPr>
          <p:cNvPr id="7" name="Untertitel 2"/>
          <p:cNvSpPr>
            <a:spLocks noGrp="1"/>
          </p:cNvSpPr>
          <p:nvPr>
            <p:ph type="subTitle" idx="1"/>
          </p:nvPr>
        </p:nvSpPr>
        <p:spPr>
          <a:xfrm>
            <a:off x="539086" y="3824768"/>
            <a:ext cx="7975073" cy="165576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pic>
        <p:nvPicPr>
          <p:cNvPr id="8" name="Picture 3" descr="Y:\oeffentlichkeit_sponsoring\Laufwerk_NEU\Grafik\Logos\MedUni Wien\Hauptlogo\MedUni Wien_Logo\WEB\PNG\MedUni Wien_Hauptlogo_DE_RGB_72dpi.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31367" y="6384199"/>
            <a:ext cx="1554003"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546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4" name="Datumsplatzhalter 3"/>
          <p:cNvSpPr>
            <a:spLocks noGrp="1"/>
          </p:cNvSpPr>
          <p:nvPr>
            <p:ph type="dt" sz="half" idx="10"/>
          </p:nvPr>
        </p:nvSpPr>
        <p:spPr/>
        <p:txBody>
          <a:bodyPr anchor="t"/>
          <a:lstStyle/>
          <a:p>
            <a:r>
              <a:rPr lang="en-US"/>
              <a:t>Organisationseinheit</a:t>
            </a:r>
            <a:endParaRPr lang="de-DE"/>
          </a:p>
        </p:txBody>
      </p:sp>
      <p:sp>
        <p:nvSpPr>
          <p:cNvPr id="5" name="Fußzeilenplatzhalter 4"/>
          <p:cNvSpPr>
            <a:spLocks noGrp="1"/>
          </p:cNvSpPr>
          <p:nvPr>
            <p:ph type="ftr" sz="quarter" idx="11"/>
          </p:nvPr>
        </p:nvSpPr>
        <p:spPr>
          <a:xfrm>
            <a:off x="4779287" y="6365631"/>
            <a:ext cx="3637668" cy="226237"/>
          </a:xfrm>
        </p:spPr>
        <p:txBody>
          <a:bodyPr anchor="t"/>
          <a:lstStyle>
            <a:lvl1pPr algn="l">
              <a:defRPr/>
            </a:lvl1pPr>
          </a:lstStyle>
          <a:p>
            <a:r>
              <a:rPr lang="de-DE"/>
              <a:t>Titel der Präsentation ODER des Vortragenden</a:t>
            </a:r>
          </a:p>
        </p:txBody>
      </p:sp>
      <p:sp>
        <p:nvSpPr>
          <p:cNvPr id="6" name="Foliennummernplatzhalter 5"/>
          <p:cNvSpPr>
            <a:spLocks noGrp="1"/>
          </p:cNvSpPr>
          <p:nvPr>
            <p:ph type="sldNum" sz="quarter" idx="12"/>
          </p:nvPr>
        </p:nvSpPr>
        <p:spPr/>
        <p:txBody>
          <a:bodyPr anchor="b"/>
          <a:lstStyle/>
          <a:p>
            <a:fld id="{AB6C09D1-9D44-46E9-90D5-584F6311654E}" type="slidenum">
              <a:rPr lang="de-DE" smtClean="0"/>
              <a:t>‹Nr.›</a:t>
            </a:fld>
            <a:endParaRPr lang="de-DE"/>
          </a:p>
        </p:txBody>
      </p:sp>
      <p:sp>
        <p:nvSpPr>
          <p:cNvPr id="8" name="Inhaltsplatzhalter 7"/>
          <p:cNvSpPr>
            <a:spLocks noGrp="1"/>
          </p:cNvSpPr>
          <p:nvPr>
            <p:ph sz="quarter" idx="13"/>
          </p:nvPr>
        </p:nvSpPr>
        <p:spPr>
          <a:xfrm>
            <a:off x="603250" y="1341437"/>
            <a:ext cx="7912100" cy="49672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Tree>
    <p:extLst>
      <p:ext uri="{BB962C8B-B14F-4D97-AF65-F5344CB8AC3E}">
        <p14:creationId xmlns:p14="http://schemas.microsoft.com/office/powerpoint/2010/main" val="832676645"/>
      </p:ext>
    </p:extLst>
  </p:cSld>
  <p:clrMapOvr>
    <a:masterClrMapping/>
  </p:clrMapOvr>
  <p:extLst>
    <p:ext uri="{DCECCB84-F9BA-43D5-87BE-67443E8EF086}">
      <p15:sldGuideLst xmlns:p15="http://schemas.microsoft.com/office/powerpoint/2012/main">
        <p15:guide id="1" orient="horz" pos="3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Weiß">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en-US"/>
              <a:t>Organisationseinheit</a:t>
            </a:r>
            <a:endParaRPr lang="de-DE" dirty="0"/>
          </a:p>
        </p:txBody>
      </p:sp>
      <p:sp>
        <p:nvSpPr>
          <p:cNvPr id="4" name="Fußzeilenplatzhalter 3"/>
          <p:cNvSpPr>
            <a:spLocks noGrp="1"/>
          </p:cNvSpPr>
          <p:nvPr>
            <p:ph type="ftr" sz="quarter" idx="11"/>
          </p:nvPr>
        </p:nvSpPr>
        <p:spPr/>
        <p:txBody>
          <a:bodyPr/>
          <a:lstStyle/>
          <a:p>
            <a:r>
              <a:rPr lang="de-DE"/>
              <a:t>Titel der Präsentation ODER des Vortragenden</a:t>
            </a:r>
            <a:endParaRPr lang="de-DE" dirty="0"/>
          </a:p>
        </p:txBody>
      </p:sp>
      <p:sp>
        <p:nvSpPr>
          <p:cNvPr id="5" name="Foliennummernplatzhalter 4"/>
          <p:cNvSpPr>
            <a:spLocks noGrp="1"/>
          </p:cNvSpPr>
          <p:nvPr>
            <p:ph type="sldNum" sz="quarter" idx="12"/>
          </p:nvPr>
        </p:nvSpPr>
        <p:spPr/>
        <p:txBody>
          <a:bodyPr/>
          <a:lstStyle>
            <a:lvl1pPr>
              <a:defRPr>
                <a:solidFill>
                  <a:schemeClr val="accent1"/>
                </a:solidFill>
              </a:defRPr>
            </a:lvl1pPr>
          </a:lstStyle>
          <a:p>
            <a:fld id="{AB6C09D1-9D44-46E9-90D5-584F6311654E}" type="slidenum">
              <a:rPr lang="de-DE" smtClean="0"/>
              <a:pPr/>
              <a:t>‹Nr.›</a:t>
            </a:fld>
            <a:endParaRPr lang="de-DE" dirty="0"/>
          </a:p>
        </p:txBody>
      </p:sp>
      <p:sp>
        <p:nvSpPr>
          <p:cNvPr id="8" name="Titel 1"/>
          <p:cNvSpPr>
            <a:spLocks noGrp="1"/>
          </p:cNvSpPr>
          <p:nvPr>
            <p:ph type="ctrTitle"/>
          </p:nvPr>
        </p:nvSpPr>
        <p:spPr>
          <a:xfrm>
            <a:off x="539086" y="1345093"/>
            <a:ext cx="7975073" cy="2387600"/>
          </a:xfrm>
        </p:spPr>
        <p:txBody>
          <a:bodyPr anchor="b"/>
          <a:lstStyle>
            <a:lvl1pPr algn="l">
              <a:defRPr sz="6000">
                <a:solidFill>
                  <a:schemeClr val="accent1"/>
                </a:solidFill>
                <a:latin typeface="+mj-lt"/>
              </a:defRPr>
            </a:lvl1pPr>
          </a:lstStyle>
          <a:p>
            <a:r>
              <a:rPr lang="de-DE"/>
              <a:t>Mastertitelformat bearbeiten</a:t>
            </a:r>
            <a:endParaRPr lang="de-DE" dirty="0"/>
          </a:p>
        </p:txBody>
      </p:sp>
      <p:sp>
        <p:nvSpPr>
          <p:cNvPr id="9" name="Untertitel 2"/>
          <p:cNvSpPr>
            <a:spLocks noGrp="1"/>
          </p:cNvSpPr>
          <p:nvPr>
            <p:ph type="subTitle" idx="1"/>
          </p:nvPr>
        </p:nvSpPr>
        <p:spPr>
          <a:xfrm>
            <a:off x="539086" y="3824768"/>
            <a:ext cx="7975073" cy="1655762"/>
          </a:xfrm>
        </p:spPr>
        <p:txBody>
          <a:bodyPr/>
          <a:lstStyle>
            <a:lvl1pPr marL="0" indent="0" algn="l">
              <a:buNone/>
              <a:defRPr sz="24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Tree>
    <p:extLst>
      <p:ext uri="{BB962C8B-B14F-4D97-AF65-F5344CB8AC3E}">
        <p14:creationId xmlns:p14="http://schemas.microsoft.com/office/powerpoint/2010/main" val="88677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Sub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28650" y="365125"/>
            <a:ext cx="7886700" cy="972000"/>
          </a:xfrm>
        </p:spPr>
        <p:txBody>
          <a:bodyPr tIns="72000" bIns="0"/>
          <a:lstStyle/>
          <a:p>
            <a:r>
              <a:rPr lang="de-DE"/>
              <a:t>Mastertitelformat bearbeiten</a:t>
            </a:r>
            <a:endParaRPr lang="de-DE" dirty="0"/>
          </a:p>
        </p:txBody>
      </p:sp>
      <p:sp>
        <p:nvSpPr>
          <p:cNvPr id="3" name="Inhaltsplatzhalter 2"/>
          <p:cNvSpPr>
            <a:spLocks noGrp="1"/>
          </p:cNvSpPr>
          <p:nvPr>
            <p:ph idx="1"/>
          </p:nvPr>
        </p:nvSpPr>
        <p:spPr>
          <a:xfrm>
            <a:off x="628650" y="2014538"/>
            <a:ext cx="7886700" cy="41624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p:cNvSpPr>
            <a:spLocks noGrp="1"/>
          </p:cNvSpPr>
          <p:nvPr>
            <p:ph type="sldNum" sz="quarter" idx="12"/>
          </p:nvPr>
        </p:nvSpPr>
        <p:spPr/>
        <p:txBody>
          <a:bodyPr anchor="b"/>
          <a:lstStyle/>
          <a:p>
            <a:fld id="{AB6C09D1-9D44-46E9-90D5-584F6311654E}" type="slidenum">
              <a:rPr lang="de-DE" smtClean="0"/>
              <a:t>‹Nr.›</a:t>
            </a:fld>
            <a:endParaRPr lang="de-DE"/>
          </a:p>
        </p:txBody>
      </p:sp>
      <p:sp>
        <p:nvSpPr>
          <p:cNvPr id="8" name="Textplatzhalter 7"/>
          <p:cNvSpPr>
            <a:spLocks noGrp="1"/>
          </p:cNvSpPr>
          <p:nvPr>
            <p:ph type="body" sz="quarter" idx="13"/>
          </p:nvPr>
        </p:nvSpPr>
        <p:spPr>
          <a:xfrm>
            <a:off x="628650" y="1341438"/>
            <a:ext cx="7886700" cy="630237"/>
          </a:xfrm>
        </p:spPr>
        <p:txBody>
          <a:bodyPr lIns="0" tIns="0" rIns="0" bIns="0" anchor="t">
            <a:normAutofit/>
          </a:bodyPr>
          <a:lstStyle>
            <a:lvl1pPr marL="0" indent="0">
              <a:spcBef>
                <a:spcPts val="0"/>
              </a:spcBef>
              <a:buNone/>
              <a:defRPr sz="2400">
                <a:solidFill>
                  <a:schemeClr val="accent2"/>
                </a:solidFill>
                <a:latin typeface="+mj-lt"/>
              </a:defRPr>
            </a:lvl1pPr>
          </a:lstStyle>
          <a:p>
            <a:pPr lvl="0"/>
            <a:r>
              <a:rPr lang="de-DE"/>
              <a:t>Mastertextformat bearbeiten</a:t>
            </a:r>
          </a:p>
        </p:txBody>
      </p:sp>
      <p:sp>
        <p:nvSpPr>
          <p:cNvPr id="9" name="Datumsplatzhalter 3"/>
          <p:cNvSpPr>
            <a:spLocks noGrp="1"/>
          </p:cNvSpPr>
          <p:nvPr>
            <p:ph type="dt" sz="half" idx="2"/>
          </p:nvPr>
        </p:nvSpPr>
        <p:spPr>
          <a:xfrm>
            <a:off x="4779287" y="6528894"/>
            <a:ext cx="3637668" cy="233363"/>
          </a:xfrm>
          <a:prstGeom prst="rect">
            <a:avLst/>
          </a:prstGeom>
        </p:spPr>
        <p:txBody>
          <a:bodyPr vert="horz" lIns="91440" tIns="45720" rIns="91440" bIns="45720" rtlCol="0" anchor="t"/>
          <a:lstStyle>
            <a:lvl1pPr algn="l">
              <a:defRPr sz="800" b="1">
                <a:solidFill>
                  <a:schemeClr val="bg1"/>
                </a:solidFill>
              </a:defRPr>
            </a:lvl1pPr>
          </a:lstStyle>
          <a:p>
            <a:r>
              <a:rPr lang="en-US"/>
              <a:t>Organisationseinheit</a:t>
            </a:r>
            <a:endParaRPr lang="de-DE" dirty="0"/>
          </a:p>
        </p:txBody>
      </p:sp>
      <p:sp>
        <p:nvSpPr>
          <p:cNvPr id="10" name="Fußzeilenplatzhalter 4"/>
          <p:cNvSpPr>
            <a:spLocks noGrp="1"/>
          </p:cNvSpPr>
          <p:nvPr>
            <p:ph type="ftr" sz="quarter" idx="3"/>
          </p:nvPr>
        </p:nvSpPr>
        <p:spPr>
          <a:xfrm>
            <a:off x="4779287" y="6351776"/>
            <a:ext cx="3637668" cy="226237"/>
          </a:xfrm>
          <a:prstGeom prst="rect">
            <a:avLst/>
          </a:prstGeom>
        </p:spPr>
        <p:txBody>
          <a:bodyPr vert="horz" lIns="91440" tIns="45720" rIns="91440" bIns="45720" rtlCol="0" anchor="b"/>
          <a:lstStyle>
            <a:lvl1pPr algn="l">
              <a:defRPr sz="800">
                <a:solidFill>
                  <a:schemeClr val="bg1"/>
                </a:solidFill>
              </a:defRPr>
            </a:lvl1pPr>
          </a:lstStyle>
          <a:p>
            <a:r>
              <a:rPr lang="de-DE" dirty="0"/>
              <a:t>Titel der Präsentation ODER des Vortragenden</a:t>
            </a:r>
          </a:p>
        </p:txBody>
      </p:sp>
    </p:spTree>
    <p:extLst>
      <p:ext uri="{BB962C8B-B14F-4D97-AF65-F5344CB8AC3E}">
        <p14:creationId xmlns:p14="http://schemas.microsoft.com/office/powerpoint/2010/main" val="18366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mit Bildunt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000" y="365125"/>
            <a:ext cx="7887600" cy="972000"/>
          </a:xfrm>
        </p:spPr>
        <p:txBody>
          <a:bodyPr/>
          <a:lstStyle/>
          <a:p>
            <a:r>
              <a:rPr lang="de-DE"/>
              <a:t>Mastertitelformat bearbeiten</a:t>
            </a:r>
            <a:endParaRPr lang="de-DE" dirty="0"/>
          </a:p>
        </p:txBody>
      </p:sp>
      <p:sp>
        <p:nvSpPr>
          <p:cNvPr id="3" name="Inhaltsplatzhalter 2"/>
          <p:cNvSpPr>
            <a:spLocks noGrp="1"/>
          </p:cNvSpPr>
          <p:nvPr>
            <p:ph idx="1" hasCustomPrompt="1"/>
          </p:nvPr>
        </p:nvSpPr>
        <p:spPr>
          <a:xfrm>
            <a:off x="630000" y="5697787"/>
            <a:ext cx="7912100" cy="565429"/>
          </a:xfrm>
        </p:spPr>
        <p:txBody>
          <a:bodyPr>
            <a:noAutofit/>
          </a:bodyPr>
          <a:lstStyle>
            <a:lvl1pPr marL="0" indent="0">
              <a:buNone/>
              <a:defRPr sz="1400"/>
            </a:lvl1pPr>
            <a:lvl2pPr>
              <a:defRPr sz="1400"/>
            </a:lvl2pPr>
            <a:lvl3pPr>
              <a:defRPr sz="1400"/>
            </a:lvl3pPr>
            <a:lvl4pPr>
              <a:defRPr sz="1400"/>
            </a:lvl4pPr>
            <a:lvl5pPr>
              <a:defRPr sz="1400"/>
            </a:lvl5pPr>
          </a:lstStyle>
          <a:p>
            <a:pPr lvl="0"/>
            <a:r>
              <a:rPr lang="de-DE" dirty="0"/>
              <a:t>Bildunterschrift</a:t>
            </a:r>
          </a:p>
        </p:txBody>
      </p:sp>
      <p:sp>
        <p:nvSpPr>
          <p:cNvPr id="6" name="Foliennummernplatzhalter 5"/>
          <p:cNvSpPr>
            <a:spLocks noGrp="1"/>
          </p:cNvSpPr>
          <p:nvPr>
            <p:ph type="sldNum" sz="quarter" idx="12"/>
          </p:nvPr>
        </p:nvSpPr>
        <p:spPr/>
        <p:txBody>
          <a:bodyPr anchor="b"/>
          <a:lstStyle/>
          <a:p>
            <a:fld id="{AB6C09D1-9D44-46E9-90D5-584F6311654E}" type="slidenum">
              <a:rPr lang="de-DE" smtClean="0"/>
              <a:t>‹Nr.›</a:t>
            </a:fld>
            <a:endParaRPr lang="de-DE"/>
          </a:p>
        </p:txBody>
      </p:sp>
      <p:sp>
        <p:nvSpPr>
          <p:cNvPr id="9" name="Bildplatzhalter 8"/>
          <p:cNvSpPr>
            <a:spLocks noGrp="1"/>
          </p:cNvSpPr>
          <p:nvPr>
            <p:ph type="pic" sz="quarter" idx="13"/>
          </p:nvPr>
        </p:nvSpPr>
        <p:spPr>
          <a:xfrm>
            <a:off x="630000" y="1425684"/>
            <a:ext cx="7924800" cy="4272104"/>
          </a:xfrm>
        </p:spPr>
        <p:txBody>
          <a:bodyPr/>
          <a:lstStyle/>
          <a:p>
            <a:r>
              <a:rPr lang="de-DE"/>
              <a:t>Bild durch Klicken auf Symbol hinzufügen</a:t>
            </a:r>
            <a:endParaRPr lang="en-GB" dirty="0"/>
          </a:p>
        </p:txBody>
      </p:sp>
      <p:sp>
        <p:nvSpPr>
          <p:cNvPr id="8" name="Datumsplatzhalter 3"/>
          <p:cNvSpPr>
            <a:spLocks noGrp="1"/>
          </p:cNvSpPr>
          <p:nvPr>
            <p:ph type="dt" sz="half" idx="2"/>
          </p:nvPr>
        </p:nvSpPr>
        <p:spPr>
          <a:xfrm>
            <a:off x="4779287" y="6528894"/>
            <a:ext cx="3637668" cy="233363"/>
          </a:xfrm>
          <a:prstGeom prst="rect">
            <a:avLst/>
          </a:prstGeom>
        </p:spPr>
        <p:txBody>
          <a:bodyPr vert="horz" lIns="91440" tIns="45720" rIns="91440" bIns="45720" rtlCol="0" anchor="t"/>
          <a:lstStyle>
            <a:lvl1pPr algn="l">
              <a:defRPr sz="800" b="1">
                <a:solidFill>
                  <a:schemeClr val="bg1"/>
                </a:solidFill>
              </a:defRPr>
            </a:lvl1pPr>
          </a:lstStyle>
          <a:p>
            <a:r>
              <a:rPr lang="en-US"/>
              <a:t>Organisationseinheit</a:t>
            </a:r>
            <a:endParaRPr lang="de-DE" dirty="0"/>
          </a:p>
        </p:txBody>
      </p:sp>
      <p:sp>
        <p:nvSpPr>
          <p:cNvPr id="10" name="Fußzeilenplatzhalter 4"/>
          <p:cNvSpPr>
            <a:spLocks noGrp="1"/>
          </p:cNvSpPr>
          <p:nvPr>
            <p:ph type="ftr" sz="quarter" idx="3"/>
          </p:nvPr>
        </p:nvSpPr>
        <p:spPr>
          <a:xfrm>
            <a:off x="4779287" y="6351776"/>
            <a:ext cx="3637668" cy="226237"/>
          </a:xfrm>
          <a:prstGeom prst="rect">
            <a:avLst/>
          </a:prstGeom>
        </p:spPr>
        <p:txBody>
          <a:bodyPr vert="horz" lIns="91440" tIns="45720" rIns="91440" bIns="45720" rtlCol="0" anchor="b"/>
          <a:lstStyle>
            <a:lvl1pPr algn="l">
              <a:defRPr sz="800">
                <a:solidFill>
                  <a:schemeClr val="bg1"/>
                </a:solidFill>
              </a:defRPr>
            </a:lvl1pPr>
          </a:lstStyle>
          <a:p>
            <a:r>
              <a:rPr lang="de-DE" dirty="0"/>
              <a:t>Titel der Präsentation ODER des Vortragenden</a:t>
            </a:r>
          </a:p>
        </p:txBody>
      </p:sp>
    </p:spTree>
    <p:extLst>
      <p:ext uri="{BB962C8B-B14F-4D97-AF65-F5344CB8AC3E}">
        <p14:creationId xmlns:p14="http://schemas.microsoft.com/office/powerpoint/2010/main" val="1569928677"/>
      </p:ext>
    </p:extLst>
  </p:cSld>
  <p:clrMapOvr>
    <a:masterClrMapping/>
  </p:clrMapOvr>
  <p:extLst>
    <p:ext uri="{DCECCB84-F9BA-43D5-87BE-67443E8EF086}">
      <p15:sldGuideLst xmlns:p15="http://schemas.microsoft.com/office/powerpoint/2012/main">
        <p15:guide id="1" orient="horz" pos="34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el und Inhalt - schwarz">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chemeClr val="tx1"/>
                </a:solidFill>
              </a:defRPr>
            </a:lvl1pPr>
          </a:lstStyle>
          <a:p>
            <a:r>
              <a:rPr lang="de-DE"/>
              <a:t>Mastertitelformat bearbeiten</a:t>
            </a:r>
            <a:endParaRPr lang="de-DE" dirty="0"/>
          </a:p>
        </p:txBody>
      </p:sp>
      <p:sp>
        <p:nvSpPr>
          <p:cNvPr id="3" name="Inhaltsplatzhalter 2"/>
          <p:cNvSpPr>
            <a:spLocks noGrp="1"/>
          </p:cNvSpPr>
          <p:nvPr>
            <p:ph sz="half" idx="1"/>
          </p:nvPr>
        </p:nvSpPr>
        <p:spPr>
          <a:xfrm>
            <a:off x="628650" y="1341438"/>
            <a:ext cx="3886200" cy="48355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half" idx="2"/>
          </p:nvPr>
        </p:nvSpPr>
        <p:spPr>
          <a:xfrm>
            <a:off x="4629150" y="1341438"/>
            <a:ext cx="3886200" cy="48355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p:cNvSpPr>
            <a:spLocks noGrp="1"/>
          </p:cNvSpPr>
          <p:nvPr>
            <p:ph type="dt" sz="half" idx="10"/>
          </p:nvPr>
        </p:nvSpPr>
        <p:spPr/>
        <p:txBody>
          <a:bodyPr/>
          <a:lstStyle>
            <a:lvl1pPr>
              <a:defRPr>
                <a:solidFill>
                  <a:schemeClr val="tx1"/>
                </a:solidFill>
              </a:defRPr>
            </a:lvl1pPr>
          </a:lstStyle>
          <a:p>
            <a:r>
              <a:rPr lang="en-US"/>
              <a:t>Organisationseinheit</a:t>
            </a:r>
            <a:endParaRPr lang="de-DE"/>
          </a:p>
        </p:txBody>
      </p:sp>
      <p:sp>
        <p:nvSpPr>
          <p:cNvPr id="6" name="Fußzeilenplatzhalter 5"/>
          <p:cNvSpPr>
            <a:spLocks noGrp="1"/>
          </p:cNvSpPr>
          <p:nvPr>
            <p:ph type="ftr" sz="quarter" idx="11"/>
          </p:nvPr>
        </p:nvSpPr>
        <p:spPr/>
        <p:txBody>
          <a:bodyPr/>
          <a:lstStyle>
            <a:lvl1pPr>
              <a:defRPr>
                <a:solidFill>
                  <a:schemeClr val="tx1"/>
                </a:solidFill>
              </a:defRPr>
            </a:lvl1pPr>
          </a:lstStyle>
          <a:p>
            <a:r>
              <a:rPr lang="de-DE"/>
              <a:t>Titel der Präsentation ODER des Vortragenden</a:t>
            </a:r>
          </a:p>
        </p:txBody>
      </p:sp>
      <p:sp>
        <p:nvSpPr>
          <p:cNvPr id="7" name="Foliennummernplatzhalter 6"/>
          <p:cNvSpPr>
            <a:spLocks noGrp="1"/>
          </p:cNvSpPr>
          <p:nvPr>
            <p:ph type="sldNum" sz="quarter" idx="12"/>
          </p:nvPr>
        </p:nvSpPr>
        <p:spPr/>
        <p:txBody>
          <a:bodyPr/>
          <a:lstStyle>
            <a:lvl1pPr>
              <a:defRPr>
                <a:solidFill>
                  <a:schemeClr val="tx1"/>
                </a:solidFill>
              </a:defRPr>
            </a:lvl1pPr>
          </a:lstStyle>
          <a:p>
            <a:fld id="{AB6C09D1-9D44-46E9-90D5-584F6311654E}" type="slidenum">
              <a:rPr lang="de-DE" smtClean="0"/>
              <a:pPr/>
              <a:t>‹Nr.›</a:t>
            </a:fld>
            <a:endParaRPr lang="de-DE"/>
          </a:p>
        </p:txBody>
      </p:sp>
    </p:spTree>
    <p:extLst>
      <p:ext uri="{BB962C8B-B14F-4D97-AF65-F5344CB8AC3E}">
        <p14:creationId xmlns:p14="http://schemas.microsoft.com/office/powerpoint/2010/main" val="356005296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Abschnittsüberschrift Weiß">
    <p:bg>
      <p:bgPr>
        <a:solidFill>
          <a:schemeClr val="bg1">
            <a:alpha val="70000"/>
          </a:schemeClr>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9"/>
            <a:ext cx="7886700" cy="2852737"/>
          </a:xfrm>
        </p:spPr>
        <p:txBody>
          <a:bodyPr anchor="b">
            <a:normAutofit/>
          </a:bodyPr>
          <a:lstStyle>
            <a:lvl1pPr>
              <a:defRPr sz="5000"/>
            </a:lvl1pPr>
          </a:lstStyle>
          <a:p>
            <a:r>
              <a:rPr lang="de-DE"/>
              <a:t>Mastertitelformat bearbeiten</a:t>
            </a:r>
            <a:endParaRPr lang="de-DE" dirty="0"/>
          </a:p>
        </p:txBody>
      </p:sp>
      <p:sp>
        <p:nvSpPr>
          <p:cNvPr id="3" name="Textplatzhalter 2"/>
          <p:cNvSpPr>
            <a:spLocks noGrp="1"/>
          </p:cNvSpPr>
          <p:nvPr>
            <p:ph type="body" idx="1"/>
          </p:nvPr>
        </p:nvSpPr>
        <p:spPr>
          <a:xfrm>
            <a:off x="623888" y="4589464"/>
            <a:ext cx="7886700" cy="1500187"/>
          </a:xfrm>
        </p:spPr>
        <p:txBody>
          <a:bodyPr/>
          <a:lstStyle>
            <a:lvl1pPr marL="0" indent="0">
              <a:buNone/>
              <a:defRPr sz="2400">
                <a:solidFill>
                  <a:schemeClr val="accent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p:cNvSpPr>
            <a:spLocks noGrp="1"/>
          </p:cNvSpPr>
          <p:nvPr>
            <p:ph type="dt" sz="half" idx="10"/>
          </p:nvPr>
        </p:nvSpPr>
        <p:spPr/>
        <p:txBody>
          <a:bodyPr/>
          <a:lstStyle/>
          <a:p>
            <a:r>
              <a:rPr lang="en-US"/>
              <a:t>Organisationseinheit</a:t>
            </a:r>
            <a:endParaRPr lang="de-DE"/>
          </a:p>
        </p:txBody>
      </p:sp>
      <p:sp>
        <p:nvSpPr>
          <p:cNvPr id="5" name="Fußzeilenplatzhalter 4"/>
          <p:cNvSpPr>
            <a:spLocks noGrp="1"/>
          </p:cNvSpPr>
          <p:nvPr>
            <p:ph type="ftr" sz="quarter" idx="11"/>
          </p:nvPr>
        </p:nvSpPr>
        <p:spPr/>
        <p:txBody>
          <a:bodyPr/>
          <a:lstStyle/>
          <a:p>
            <a:r>
              <a:rPr lang="de-DE"/>
              <a:t>Titel der Präsentation ODER des Vortragenden</a:t>
            </a:r>
          </a:p>
        </p:txBody>
      </p:sp>
      <p:sp>
        <p:nvSpPr>
          <p:cNvPr id="6" name="Foliennummernplatzhalter 5"/>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50568701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Abschnittsüberschrift rosa">
    <p:bg>
      <p:bgPr>
        <a:solidFill>
          <a:schemeClr val="bg2">
            <a:alpha val="70000"/>
          </a:schemeClr>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9"/>
            <a:ext cx="7886700" cy="2852737"/>
          </a:xfrm>
        </p:spPr>
        <p:txBody>
          <a:bodyPr anchor="b">
            <a:normAutofit/>
          </a:bodyPr>
          <a:lstStyle>
            <a:lvl1pPr>
              <a:defRPr sz="5000"/>
            </a:lvl1pPr>
          </a:lstStyle>
          <a:p>
            <a:r>
              <a:rPr lang="de-DE"/>
              <a:t>Mastertitelformat bearbeiten</a:t>
            </a:r>
            <a:endParaRPr lang="de-DE" dirty="0"/>
          </a:p>
        </p:txBody>
      </p:sp>
      <p:sp>
        <p:nvSpPr>
          <p:cNvPr id="3" name="Textplatzhalter 2"/>
          <p:cNvSpPr>
            <a:spLocks noGrp="1"/>
          </p:cNvSpPr>
          <p:nvPr>
            <p:ph type="body" idx="1"/>
          </p:nvPr>
        </p:nvSpPr>
        <p:spPr>
          <a:xfrm>
            <a:off x="623888" y="4589464"/>
            <a:ext cx="7886700" cy="1500187"/>
          </a:xfrm>
        </p:spPr>
        <p:txBody>
          <a:bodyPr/>
          <a:lstStyle>
            <a:lvl1pPr marL="0" indent="0">
              <a:buNone/>
              <a:defRPr sz="2400">
                <a:solidFill>
                  <a:schemeClr val="accent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p:cNvSpPr>
            <a:spLocks noGrp="1"/>
          </p:cNvSpPr>
          <p:nvPr>
            <p:ph type="dt" sz="half" idx="10"/>
          </p:nvPr>
        </p:nvSpPr>
        <p:spPr/>
        <p:txBody>
          <a:bodyPr/>
          <a:lstStyle/>
          <a:p>
            <a:r>
              <a:rPr lang="en-US"/>
              <a:t>Organisationseinheit</a:t>
            </a:r>
            <a:endParaRPr lang="de-DE"/>
          </a:p>
        </p:txBody>
      </p:sp>
      <p:sp>
        <p:nvSpPr>
          <p:cNvPr id="5" name="Fußzeilenplatzhalter 4"/>
          <p:cNvSpPr>
            <a:spLocks noGrp="1"/>
          </p:cNvSpPr>
          <p:nvPr>
            <p:ph type="ftr" sz="quarter" idx="11"/>
          </p:nvPr>
        </p:nvSpPr>
        <p:spPr/>
        <p:txBody>
          <a:bodyPr/>
          <a:lstStyle/>
          <a:p>
            <a:r>
              <a:rPr lang="de-DE"/>
              <a:t>Titel der Präsentation ODER des Vortragenden</a:t>
            </a:r>
          </a:p>
        </p:txBody>
      </p:sp>
      <p:sp>
        <p:nvSpPr>
          <p:cNvPr id="6" name="Foliennummernplatzhalter 5"/>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337699363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Abschnittsüberschrift türkis">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9"/>
            <a:ext cx="7886700" cy="2852737"/>
          </a:xfrm>
        </p:spPr>
        <p:txBody>
          <a:bodyPr anchor="b">
            <a:normAutofit/>
          </a:bodyPr>
          <a:lstStyle>
            <a:lvl1pPr>
              <a:defRPr sz="5000"/>
            </a:lvl1pPr>
          </a:lstStyle>
          <a:p>
            <a:r>
              <a:rPr lang="de-DE"/>
              <a:t>Mastertitelformat bearbeiten</a:t>
            </a:r>
          </a:p>
        </p:txBody>
      </p:sp>
      <p:sp>
        <p:nvSpPr>
          <p:cNvPr id="3" name="Textplatzhalter 2"/>
          <p:cNvSpPr>
            <a:spLocks noGrp="1"/>
          </p:cNvSpPr>
          <p:nvPr>
            <p:ph type="body" idx="1"/>
          </p:nvPr>
        </p:nvSpPr>
        <p:spPr>
          <a:xfrm>
            <a:off x="623888" y="4589464"/>
            <a:ext cx="7886700" cy="1500187"/>
          </a:xfrm>
        </p:spPr>
        <p:txBody>
          <a:bodyPr/>
          <a:lstStyle>
            <a:lvl1pPr marL="0" indent="0">
              <a:buNone/>
              <a:defRPr sz="2400">
                <a:solidFill>
                  <a:schemeClr val="accent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p:cNvSpPr>
            <a:spLocks noGrp="1"/>
          </p:cNvSpPr>
          <p:nvPr>
            <p:ph type="dt" sz="half" idx="10"/>
          </p:nvPr>
        </p:nvSpPr>
        <p:spPr/>
        <p:txBody>
          <a:bodyPr/>
          <a:lstStyle/>
          <a:p>
            <a:r>
              <a:rPr lang="en-US"/>
              <a:t>Organisationseinheit</a:t>
            </a:r>
            <a:endParaRPr lang="de-DE"/>
          </a:p>
        </p:txBody>
      </p:sp>
      <p:sp>
        <p:nvSpPr>
          <p:cNvPr id="5" name="Fußzeilenplatzhalter 4"/>
          <p:cNvSpPr>
            <a:spLocks noGrp="1"/>
          </p:cNvSpPr>
          <p:nvPr>
            <p:ph type="ftr" sz="quarter" idx="11"/>
          </p:nvPr>
        </p:nvSpPr>
        <p:spPr/>
        <p:txBody>
          <a:bodyPr/>
          <a:lstStyle/>
          <a:p>
            <a:r>
              <a:rPr lang="de-DE"/>
              <a:t>Titel der Präsentation ODER des Vortragenden</a:t>
            </a:r>
          </a:p>
        </p:txBody>
      </p:sp>
      <p:sp>
        <p:nvSpPr>
          <p:cNvPr id="6" name="Foliennummernplatzhalter 5"/>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237729485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28650" y="1341438"/>
            <a:ext cx="3886200" cy="48355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half" idx="2"/>
          </p:nvPr>
        </p:nvSpPr>
        <p:spPr>
          <a:xfrm>
            <a:off x="4629150" y="1341438"/>
            <a:ext cx="3886200" cy="48355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p:cNvSpPr>
            <a:spLocks noGrp="1"/>
          </p:cNvSpPr>
          <p:nvPr>
            <p:ph type="dt" sz="half" idx="10"/>
          </p:nvPr>
        </p:nvSpPr>
        <p:spPr/>
        <p:txBody>
          <a:bodyPr/>
          <a:lstStyle/>
          <a:p>
            <a:r>
              <a:rPr lang="en-US"/>
              <a:t>Organisationseinheit</a:t>
            </a:r>
            <a:endParaRPr lang="de-DE"/>
          </a:p>
        </p:txBody>
      </p:sp>
      <p:sp>
        <p:nvSpPr>
          <p:cNvPr id="6" name="Fußzeilenplatzhalter 5"/>
          <p:cNvSpPr>
            <a:spLocks noGrp="1"/>
          </p:cNvSpPr>
          <p:nvPr>
            <p:ph type="ftr" sz="quarter" idx="11"/>
          </p:nvPr>
        </p:nvSpPr>
        <p:spPr/>
        <p:txBody>
          <a:bodyPr/>
          <a:lstStyle/>
          <a:p>
            <a:r>
              <a:rPr lang="de-DE"/>
              <a:t>Titel der Präsentation ODER des Vortragenden</a:t>
            </a:r>
          </a:p>
        </p:txBody>
      </p:sp>
      <p:sp>
        <p:nvSpPr>
          <p:cNvPr id="7" name="Foliennummernplatzhalter 6"/>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4093832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29841" y="365127"/>
            <a:ext cx="7886700" cy="976312"/>
          </a:xfrm>
        </p:spPr>
        <p:txBody>
          <a:bodyPr/>
          <a:lstStyle/>
          <a:p>
            <a:r>
              <a:rPr lang="de-DE"/>
              <a:t>Mastertitelformat bearbeiten</a:t>
            </a:r>
            <a:endParaRPr lang="de-DE" dirty="0"/>
          </a:p>
        </p:txBody>
      </p:sp>
      <p:sp>
        <p:nvSpPr>
          <p:cNvPr id="3" name="Textplatzhalter 2"/>
          <p:cNvSpPr>
            <a:spLocks noGrp="1"/>
          </p:cNvSpPr>
          <p:nvPr>
            <p:ph type="body" idx="1"/>
          </p:nvPr>
        </p:nvSpPr>
        <p:spPr>
          <a:xfrm>
            <a:off x="629842" y="1341439"/>
            <a:ext cx="3868340" cy="859320"/>
          </a:xfrm>
        </p:spPr>
        <p:txBody>
          <a:bodyPr anchor="t"/>
          <a:lstStyle>
            <a:lvl1pPr marL="0" indent="0">
              <a:lnSpc>
                <a:spcPct val="110000"/>
              </a:lnSpc>
              <a:buNone/>
              <a:defRPr sz="2400" b="0">
                <a:solidFill>
                  <a:schemeClr val="accent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29842" y="2200759"/>
            <a:ext cx="3868340" cy="39889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Textplatzhalter 4"/>
          <p:cNvSpPr>
            <a:spLocks noGrp="1"/>
          </p:cNvSpPr>
          <p:nvPr>
            <p:ph type="body" sz="quarter" idx="3"/>
          </p:nvPr>
        </p:nvSpPr>
        <p:spPr>
          <a:xfrm>
            <a:off x="4629150" y="1341439"/>
            <a:ext cx="3887391" cy="859320"/>
          </a:xfrm>
        </p:spPr>
        <p:txBody>
          <a:bodyPr anchor="t">
            <a:noAutofit/>
          </a:bodyPr>
          <a:lstStyle>
            <a:lvl1pPr marL="0" indent="0">
              <a:lnSpc>
                <a:spcPct val="110000"/>
              </a:lnSpc>
              <a:buNone/>
              <a:defRPr lang="de-DE" sz="2400" b="0" kern="1200" dirty="0">
                <a:solidFill>
                  <a:schemeClr val="accent2"/>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de-DE"/>
              <a:t>Mastertextformat bearbeiten</a:t>
            </a:r>
          </a:p>
        </p:txBody>
      </p:sp>
      <p:sp>
        <p:nvSpPr>
          <p:cNvPr id="6" name="Inhaltsplatzhalter 5"/>
          <p:cNvSpPr>
            <a:spLocks noGrp="1"/>
          </p:cNvSpPr>
          <p:nvPr>
            <p:ph sz="quarter" idx="4"/>
          </p:nvPr>
        </p:nvSpPr>
        <p:spPr>
          <a:xfrm>
            <a:off x="4629150" y="2200759"/>
            <a:ext cx="3887391" cy="39889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Datumsplatzhalter 6"/>
          <p:cNvSpPr>
            <a:spLocks noGrp="1"/>
          </p:cNvSpPr>
          <p:nvPr>
            <p:ph type="dt" sz="half" idx="10"/>
          </p:nvPr>
        </p:nvSpPr>
        <p:spPr/>
        <p:txBody>
          <a:bodyPr/>
          <a:lstStyle/>
          <a:p>
            <a:r>
              <a:rPr lang="en-US"/>
              <a:t>Organisationseinheit</a:t>
            </a:r>
            <a:endParaRPr lang="de-DE"/>
          </a:p>
        </p:txBody>
      </p:sp>
      <p:sp>
        <p:nvSpPr>
          <p:cNvPr id="8" name="Fußzeilenplatzhalter 7"/>
          <p:cNvSpPr>
            <a:spLocks noGrp="1"/>
          </p:cNvSpPr>
          <p:nvPr>
            <p:ph type="ftr" sz="quarter" idx="11"/>
          </p:nvPr>
        </p:nvSpPr>
        <p:spPr/>
        <p:txBody>
          <a:bodyPr/>
          <a:lstStyle/>
          <a:p>
            <a:r>
              <a:rPr lang="de-DE"/>
              <a:t>Titel der Präsentation ODER des Vortragenden</a:t>
            </a:r>
          </a:p>
        </p:txBody>
      </p:sp>
      <p:sp>
        <p:nvSpPr>
          <p:cNvPr id="9" name="Foliennummernplatzhalter 8"/>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2958681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fobox">
    <p:spTree>
      <p:nvGrpSpPr>
        <p:cNvPr id="1" name=""/>
        <p:cNvGrpSpPr/>
        <p:nvPr/>
      </p:nvGrpSpPr>
      <p:grpSpPr>
        <a:xfrm>
          <a:off x="0" y="0"/>
          <a:ext cx="0" cy="0"/>
          <a:chOff x="0" y="0"/>
          <a:chExt cx="0" cy="0"/>
        </a:xfrm>
      </p:grpSpPr>
      <p:sp>
        <p:nvSpPr>
          <p:cNvPr id="9" name="Rechteck 8"/>
          <p:cNvSpPr/>
          <p:nvPr userDrawn="1"/>
        </p:nvSpPr>
        <p:spPr>
          <a:xfrm>
            <a:off x="1" y="6308725"/>
            <a:ext cx="9144000" cy="549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3" name="Fußzeilenplatzhalter 4"/>
          <p:cNvSpPr>
            <a:spLocks noGrp="1"/>
          </p:cNvSpPr>
          <p:nvPr>
            <p:ph type="ftr" sz="quarter" idx="3"/>
          </p:nvPr>
        </p:nvSpPr>
        <p:spPr>
          <a:xfrm>
            <a:off x="4779287" y="6351776"/>
            <a:ext cx="3637668" cy="226237"/>
          </a:xfrm>
          <a:prstGeom prst="rect">
            <a:avLst/>
          </a:prstGeom>
        </p:spPr>
        <p:txBody>
          <a:bodyPr vert="horz" lIns="91440" tIns="45720" rIns="91440" bIns="45720" rtlCol="0" anchor="b"/>
          <a:lstStyle>
            <a:lvl1pPr algn="l">
              <a:defRPr sz="800">
                <a:solidFill>
                  <a:schemeClr val="bg1"/>
                </a:solidFill>
              </a:defRPr>
            </a:lvl1pPr>
          </a:lstStyle>
          <a:p>
            <a:r>
              <a:rPr lang="de-DE"/>
              <a:t>Titel der Präsentation ODER des Vortragenden</a:t>
            </a:r>
            <a:endParaRPr lang="de-DE" dirty="0"/>
          </a:p>
        </p:txBody>
      </p:sp>
      <p:sp>
        <p:nvSpPr>
          <p:cNvPr id="12" name="Datumsplatzhalter 3"/>
          <p:cNvSpPr>
            <a:spLocks noGrp="1"/>
          </p:cNvSpPr>
          <p:nvPr>
            <p:ph type="dt" sz="half" idx="2"/>
          </p:nvPr>
        </p:nvSpPr>
        <p:spPr>
          <a:xfrm>
            <a:off x="4779287" y="6528894"/>
            <a:ext cx="3637668" cy="233363"/>
          </a:xfrm>
          <a:prstGeom prst="rect">
            <a:avLst/>
          </a:prstGeom>
        </p:spPr>
        <p:txBody>
          <a:bodyPr vert="horz" lIns="91440" tIns="45720" rIns="91440" bIns="45720" rtlCol="0" anchor="t"/>
          <a:lstStyle>
            <a:lvl1pPr algn="l">
              <a:defRPr sz="800" b="1">
                <a:solidFill>
                  <a:schemeClr val="bg1"/>
                </a:solidFill>
              </a:defRPr>
            </a:lvl1pPr>
          </a:lstStyle>
          <a:p>
            <a:r>
              <a:rPr lang="en-US"/>
              <a:t>Organisationseinheit</a:t>
            </a:r>
            <a:endParaRPr lang="de-DE" dirty="0"/>
          </a:p>
        </p:txBody>
      </p:sp>
      <p:pic>
        <p:nvPicPr>
          <p:cNvPr id="10"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217512" y="6391520"/>
            <a:ext cx="1554003" cy="355336"/>
          </a:xfrm>
          <a:prstGeom prst="rect">
            <a:avLst/>
          </a:prstGeom>
          <a:noFill/>
          <a:extLst>
            <a:ext uri="{909E8E84-426E-40DD-AFC4-6F175D3DCCD1}">
              <a14:hiddenFill xmlns:a14="http://schemas.microsoft.com/office/drawing/2010/main">
                <a:solidFill>
                  <a:srgbClr val="FFFFFF"/>
                </a:solidFill>
              </a14:hiddenFill>
            </a:ext>
          </a:extLst>
        </p:spPr>
      </p:pic>
      <p:sp>
        <p:nvSpPr>
          <p:cNvPr id="11" name="Bildplatzhalter 10"/>
          <p:cNvSpPr>
            <a:spLocks noGrp="1"/>
          </p:cNvSpPr>
          <p:nvPr>
            <p:ph type="pic" sz="quarter" idx="14"/>
          </p:nvPr>
        </p:nvSpPr>
        <p:spPr>
          <a:xfrm>
            <a:off x="0" y="0"/>
            <a:ext cx="9144000" cy="6308725"/>
          </a:xfrm>
        </p:spPr>
        <p:txBody>
          <a:bodyPr/>
          <a:lstStyle/>
          <a:p>
            <a:r>
              <a:rPr lang="de-DE"/>
              <a:t>Bild durch Klicken auf Symbol hinzufügen</a:t>
            </a:r>
            <a:endParaRPr lang="en-GB" dirty="0"/>
          </a:p>
        </p:txBody>
      </p:sp>
      <p:sp>
        <p:nvSpPr>
          <p:cNvPr id="2" name="Titel 1"/>
          <p:cNvSpPr>
            <a:spLocks noGrp="1"/>
          </p:cNvSpPr>
          <p:nvPr>
            <p:ph type="title"/>
          </p:nvPr>
        </p:nvSpPr>
        <p:spPr>
          <a:xfrm>
            <a:off x="4643438" y="457464"/>
            <a:ext cx="3870325" cy="5656064"/>
          </a:xfrm>
          <a:prstGeom prst="round2DiagRect">
            <a:avLst>
              <a:gd name="adj1" fmla="val 6468"/>
              <a:gd name="adj2" fmla="val 0"/>
            </a:avLst>
          </a:prstGeom>
          <a:solidFill>
            <a:schemeClr val="accent3">
              <a:lumMod val="20000"/>
              <a:lumOff val="80000"/>
            </a:schemeClr>
          </a:solidFill>
        </p:spPr>
        <p:txBody>
          <a:bodyPr lIns="108000">
            <a:normAutofit/>
          </a:bodyPr>
          <a:lstStyle>
            <a:lvl1pPr>
              <a:lnSpc>
                <a:spcPct val="100000"/>
              </a:lnSpc>
              <a:spcBef>
                <a:spcPts val="600"/>
              </a:spcBef>
              <a:defRPr sz="2400"/>
            </a:lvl1pPr>
          </a:lstStyle>
          <a:p>
            <a:r>
              <a:rPr lang="de-DE"/>
              <a:t>Mastertitelformat bearbeiten</a:t>
            </a:r>
            <a:endParaRPr lang="de-DE" dirty="0"/>
          </a:p>
        </p:txBody>
      </p:sp>
      <p:sp>
        <p:nvSpPr>
          <p:cNvPr id="8" name="Inhaltsplatzhalter 7"/>
          <p:cNvSpPr>
            <a:spLocks noGrp="1"/>
          </p:cNvSpPr>
          <p:nvPr>
            <p:ph sz="quarter" idx="13"/>
          </p:nvPr>
        </p:nvSpPr>
        <p:spPr>
          <a:xfrm>
            <a:off x="4839571" y="1438620"/>
            <a:ext cx="3586339" cy="4509743"/>
          </a:xfrm>
        </p:spPr>
        <p:txBody>
          <a:bodyPr>
            <a:normAutofit/>
          </a:bodyPr>
          <a:lstStyle>
            <a:lvl1pPr>
              <a:defRPr sz="16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Foliennummernplatzhalter 5"/>
          <p:cNvSpPr>
            <a:spLocks noGrp="1"/>
          </p:cNvSpPr>
          <p:nvPr>
            <p:ph type="sldNum" sz="quarter" idx="12"/>
          </p:nvPr>
        </p:nvSpPr>
        <p:spPr>
          <a:xfrm>
            <a:off x="8515350" y="6434321"/>
            <a:ext cx="463716" cy="314081"/>
          </a:xfrm>
        </p:spPr>
        <p:txBody>
          <a:bodyPr anchor="b"/>
          <a:lstStyle/>
          <a:p>
            <a:fld id="{AB6C09D1-9D44-46E9-90D5-584F6311654E}" type="slidenum">
              <a:rPr lang="de-DE" smtClean="0"/>
              <a:t>‹Nr.›</a:t>
            </a:fld>
            <a:endParaRPr lang="de-DE"/>
          </a:p>
        </p:txBody>
      </p:sp>
    </p:spTree>
    <p:extLst>
      <p:ext uri="{BB962C8B-B14F-4D97-AF65-F5344CB8AC3E}">
        <p14:creationId xmlns:p14="http://schemas.microsoft.com/office/powerpoint/2010/main" val="476472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Inhalt und Infobox">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4" name="Datumsplatzhalter 3"/>
          <p:cNvSpPr>
            <a:spLocks noGrp="1"/>
          </p:cNvSpPr>
          <p:nvPr>
            <p:ph type="dt" sz="half" idx="10"/>
          </p:nvPr>
        </p:nvSpPr>
        <p:spPr/>
        <p:txBody>
          <a:bodyPr anchor="t"/>
          <a:lstStyle/>
          <a:p>
            <a:r>
              <a:rPr lang="en-US"/>
              <a:t>Organisationseinheit</a:t>
            </a:r>
            <a:endParaRPr lang="de-DE"/>
          </a:p>
        </p:txBody>
      </p:sp>
      <p:sp>
        <p:nvSpPr>
          <p:cNvPr id="5" name="Fußzeilenplatzhalter 4"/>
          <p:cNvSpPr>
            <a:spLocks noGrp="1"/>
          </p:cNvSpPr>
          <p:nvPr>
            <p:ph type="ftr" sz="quarter" idx="11"/>
          </p:nvPr>
        </p:nvSpPr>
        <p:spPr>
          <a:xfrm>
            <a:off x="4779287" y="6365631"/>
            <a:ext cx="3637668" cy="226237"/>
          </a:xfrm>
        </p:spPr>
        <p:txBody>
          <a:bodyPr anchor="t"/>
          <a:lstStyle>
            <a:lvl1pPr algn="l">
              <a:defRPr/>
            </a:lvl1pPr>
          </a:lstStyle>
          <a:p>
            <a:r>
              <a:rPr lang="de-DE"/>
              <a:t>Titel der Präsentation ODER des Vortragenden</a:t>
            </a:r>
          </a:p>
        </p:txBody>
      </p:sp>
      <p:sp>
        <p:nvSpPr>
          <p:cNvPr id="6" name="Foliennummernplatzhalter 5"/>
          <p:cNvSpPr>
            <a:spLocks noGrp="1"/>
          </p:cNvSpPr>
          <p:nvPr>
            <p:ph type="sldNum" sz="quarter" idx="12"/>
          </p:nvPr>
        </p:nvSpPr>
        <p:spPr/>
        <p:txBody>
          <a:bodyPr anchor="b"/>
          <a:lstStyle/>
          <a:p>
            <a:fld id="{AB6C09D1-9D44-46E9-90D5-584F6311654E}" type="slidenum">
              <a:rPr lang="de-DE" smtClean="0"/>
              <a:t>‹Nr.›</a:t>
            </a:fld>
            <a:endParaRPr lang="de-DE"/>
          </a:p>
        </p:txBody>
      </p:sp>
      <p:sp>
        <p:nvSpPr>
          <p:cNvPr id="8" name="Inhaltsplatzhalter 7"/>
          <p:cNvSpPr>
            <a:spLocks noGrp="1"/>
          </p:cNvSpPr>
          <p:nvPr>
            <p:ph sz="quarter" idx="13"/>
          </p:nvPr>
        </p:nvSpPr>
        <p:spPr>
          <a:xfrm>
            <a:off x="603250" y="1341437"/>
            <a:ext cx="3968750" cy="49672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7" name="Inhaltsplatzhalter 6"/>
          <p:cNvSpPr>
            <a:spLocks noGrp="1" noChangeAspect="1"/>
          </p:cNvSpPr>
          <p:nvPr>
            <p:ph sz="quarter" idx="14"/>
          </p:nvPr>
        </p:nvSpPr>
        <p:spPr>
          <a:xfrm>
            <a:off x="4848225" y="1341438"/>
            <a:ext cx="3667125" cy="4853804"/>
          </a:xfrm>
          <a:prstGeom prst="round2DiagRect">
            <a:avLst>
              <a:gd name="adj1" fmla="val 8954"/>
              <a:gd name="adj2" fmla="val 0"/>
            </a:avLst>
          </a:prstGeom>
          <a:solidFill>
            <a:schemeClr val="accent3">
              <a:lumMod val="20000"/>
              <a:lumOff val="80000"/>
            </a:schemeClr>
          </a:solidFill>
        </p:spPr>
        <p:txBody>
          <a:bodyPr lIns="108000" tIns="72000" bIns="72000">
            <a:noAutofit/>
          </a:bodyPr>
          <a:lstStyle>
            <a:lvl1pPr>
              <a:defRPr sz="16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3605612555"/>
      </p:ext>
    </p:extLst>
  </p:cSld>
  <p:clrMapOvr>
    <a:masterClrMapping/>
  </p:clrMapOvr>
  <p:extLst>
    <p:ext uri="{DCECCB84-F9BA-43D5-87BE-67443E8EF086}">
      <p15:sldGuideLst xmlns:p15="http://schemas.microsoft.com/office/powerpoint/2012/main">
        <p15:guide id="1" orient="horz" pos="34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Inhalt und Bild abgerunde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4" name="Datumsplatzhalter 3"/>
          <p:cNvSpPr>
            <a:spLocks noGrp="1"/>
          </p:cNvSpPr>
          <p:nvPr>
            <p:ph type="dt" sz="half" idx="10"/>
          </p:nvPr>
        </p:nvSpPr>
        <p:spPr/>
        <p:txBody>
          <a:bodyPr anchor="t"/>
          <a:lstStyle/>
          <a:p>
            <a:r>
              <a:rPr lang="en-US"/>
              <a:t>Organisationseinheit</a:t>
            </a:r>
            <a:endParaRPr lang="de-DE"/>
          </a:p>
        </p:txBody>
      </p:sp>
      <p:sp>
        <p:nvSpPr>
          <p:cNvPr id="5" name="Fußzeilenplatzhalter 4"/>
          <p:cNvSpPr>
            <a:spLocks noGrp="1"/>
          </p:cNvSpPr>
          <p:nvPr>
            <p:ph type="ftr" sz="quarter" idx="11"/>
          </p:nvPr>
        </p:nvSpPr>
        <p:spPr>
          <a:xfrm>
            <a:off x="4779287" y="6365631"/>
            <a:ext cx="3637668" cy="226237"/>
          </a:xfrm>
        </p:spPr>
        <p:txBody>
          <a:bodyPr anchor="t"/>
          <a:lstStyle>
            <a:lvl1pPr algn="l">
              <a:defRPr/>
            </a:lvl1pPr>
          </a:lstStyle>
          <a:p>
            <a:r>
              <a:rPr lang="de-DE"/>
              <a:t>Titel der Präsentation ODER des Vortragenden</a:t>
            </a:r>
          </a:p>
        </p:txBody>
      </p:sp>
      <p:sp>
        <p:nvSpPr>
          <p:cNvPr id="6" name="Foliennummernplatzhalter 5"/>
          <p:cNvSpPr>
            <a:spLocks noGrp="1"/>
          </p:cNvSpPr>
          <p:nvPr>
            <p:ph type="sldNum" sz="quarter" idx="12"/>
          </p:nvPr>
        </p:nvSpPr>
        <p:spPr/>
        <p:txBody>
          <a:bodyPr anchor="b"/>
          <a:lstStyle/>
          <a:p>
            <a:fld id="{AB6C09D1-9D44-46E9-90D5-584F6311654E}" type="slidenum">
              <a:rPr lang="de-DE" smtClean="0"/>
              <a:t>‹Nr.›</a:t>
            </a:fld>
            <a:endParaRPr lang="de-DE"/>
          </a:p>
        </p:txBody>
      </p:sp>
      <p:sp>
        <p:nvSpPr>
          <p:cNvPr id="8" name="Inhaltsplatzhalter 7"/>
          <p:cNvSpPr>
            <a:spLocks noGrp="1"/>
          </p:cNvSpPr>
          <p:nvPr>
            <p:ph sz="quarter" idx="13"/>
          </p:nvPr>
        </p:nvSpPr>
        <p:spPr>
          <a:xfrm>
            <a:off x="603250" y="1341437"/>
            <a:ext cx="7912100" cy="49672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Tree>
    <p:extLst>
      <p:ext uri="{BB962C8B-B14F-4D97-AF65-F5344CB8AC3E}">
        <p14:creationId xmlns:p14="http://schemas.microsoft.com/office/powerpoint/2010/main" val="1606908793"/>
      </p:ext>
    </p:extLst>
  </p:cSld>
  <p:clrMapOvr>
    <a:masterClrMapping/>
  </p:clrMapOvr>
  <p:extLst>
    <p:ext uri="{DCECCB84-F9BA-43D5-87BE-67443E8EF086}">
      <p15:sldGuideLst xmlns:p15="http://schemas.microsoft.com/office/powerpoint/2012/main">
        <p15:guide id="1" orient="horz" pos="34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en-US"/>
              <a:t>Organisationseinheit</a:t>
            </a:r>
            <a:endParaRPr lang="de-DE"/>
          </a:p>
        </p:txBody>
      </p:sp>
      <p:sp>
        <p:nvSpPr>
          <p:cNvPr id="4" name="Fußzeilenplatzhalter 3"/>
          <p:cNvSpPr>
            <a:spLocks noGrp="1"/>
          </p:cNvSpPr>
          <p:nvPr>
            <p:ph type="ftr" sz="quarter" idx="11"/>
          </p:nvPr>
        </p:nvSpPr>
        <p:spPr/>
        <p:txBody>
          <a:bodyPr/>
          <a:lstStyle/>
          <a:p>
            <a:r>
              <a:rPr lang="de-DE"/>
              <a:t>Titel der Präsentation ODER des Vortragenden</a:t>
            </a:r>
          </a:p>
        </p:txBody>
      </p:sp>
      <p:sp>
        <p:nvSpPr>
          <p:cNvPr id="5" name="Foliennummernplatzhalter 4"/>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2826678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r>
              <a:rPr lang="en-US"/>
              <a:t>Organisationseinheit</a:t>
            </a:r>
            <a:endParaRPr lang="de-DE"/>
          </a:p>
        </p:txBody>
      </p:sp>
      <p:sp>
        <p:nvSpPr>
          <p:cNvPr id="3" name="Fußzeilenplatzhalter 2"/>
          <p:cNvSpPr>
            <a:spLocks noGrp="1"/>
          </p:cNvSpPr>
          <p:nvPr>
            <p:ph type="ftr" sz="quarter" idx="11"/>
          </p:nvPr>
        </p:nvSpPr>
        <p:spPr/>
        <p:txBody>
          <a:bodyPr/>
          <a:lstStyle/>
          <a:p>
            <a:r>
              <a:rPr lang="de-DE"/>
              <a:t>Titel der Präsentation ODER des Vortragenden</a:t>
            </a:r>
          </a:p>
        </p:txBody>
      </p:sp>
      <p:sp>
        <p:nvSpPr>
          <p:cNvPr id="4" name="Foliennummernplatzhalter 3"/>
          <p:cNvSpPr>
            <a:spLocks noGrp="1"/>
          </p:cNvSpPr>
          <p:nvPr>
            <p:ph type="sldNum" sz="quarter" idx="12"/>
          </p:nvPr>
        </p:nvSpPr>
        <p:spPr/>
        <p:txBody>
          <a:bodyPr/>
          <a:lstStyle/>
          <a:p>
            <a:fld id="{AB6C09D1-9D44-46E9-90D5-584F6311654E}" type="slidenum">
              <a:rPr lang="de-DE" smtClean="0"/>
              <a:t>‹Nr.›</a:t>
            </a:fld>
            <a:endParaRPr lang="de-DE"/>
          </a:p>
        </p:txBody>
      </p:sp>
    </p:spTree>
    <p:extLst>
      <p:ext uri="{BB962C8B-B14F-4D97-AF65-F5344CB8AC3E}">
        <p14:creationId xmlns:p14="http://schemas.microsoft.com/office/powerpoint/2010/main" val="50334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6"/>
          <p:cNvSpPr/>
          <p:nvPr/>
        </p:nvSpPr>
        <p:spPr>
          <a:xfrm>
            <a:off x="1" y="6308725"/>
            <a:ext cx="9144000" cy="549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2" name="Titelplatzhalter 1"/>
          <p:cNvSpPr>
            <a:spLocks noGrp="1"/>
          </p:cNvSpPr>
          <p:nvPr>
            <p:ph type="title"/>
          </p:nvPr>
        </p:nvSpPr>
        <p:spPr>
          <a:xfrm>
            <a:off x="628650" y="365125"/>
            <a:ext cx="7886700" cy="972000"/>
          </a:xfrm>
          <a:prstGeom prst="rect">
            <a:avLst/>
          </a:prstGeom>
        </p:spPr>
        <p:txBody>
          <a:bodyPr vert="horz" lIns="0" tIns="72000" rIns="0" bIns="0" rtlCol="0" anchor="t">
            <a:normAutofit/>
          </a:bodyPr>
          <a:lstStyle/>
          <a:p>
            <a:r>
              <a:rPr lang="de-DE" dirty="0"/>
              <a:t>Titelmasterformat durch Klicken bearbeiten</a:t>
            </a:r>
          </a:p>
        </p:txBody>
      </p:sp>
      <p:sp>
        <p:nvSpPr>
          <p:cNvPr id="3" name="Textplatzhalter 2"/>
          <p:cNvSpPr>
            <a:spLocks noGrp="1"/>
          </p:cNvSpPr>
          <p:nvPr>
            <p:ph type="body" idx="1"/>
          </p:nvPr>
        </p:nvSpPr>
        <p:spPr>
          <a:xfrm>
            <a:off x="628650" y="1337125"/>
            <a:ext cx="7886700" cy="4839839"/>
          </a:xfrm>
          <a:prstGeom prst="rect">
            <a:avLst/>
          </a:prstGeom>
        </p:spPr>
        <p:txBody>
          <a:bodyPr vert="horz" lIns="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4779287" y="6528894"/>
            <a:ext cx="3637668" cy="233363"/>
          </a:xfrm>
          <a:prstGeom prst="rect">
            <a:avLst/>
          </a:prstGeom>
        </p:spPr>
        <p:txBody>
          <a:bodyPr vert="horz" lIns="91440" tIns="45720" rIns="91440" bIns="45720" rtlCol="0" anchor="t"/>
          <a:lstStyle>
            <a:lvl1pPr algn="l">
              <a:defRPr sz="800" b="1">
                <a:solidFill>
                  <a:schemeClr val="bg1"/>
                </a:solidFill>
              </a:defRPr>
            </a:lvl1pPr>
          </a:lstStyle>
          <a:p>
            <a:r>
              <a:rPr lang="en-US"/>
              <a:t>Organisationseinheit</a:t>
            </a:r>
            <a:endParaRPr lang="de-DE" dirty="0"/>
          </a:p>
        </p:txBody>
      </p:sp>
      <p:sp>
        <p:nvSpPr>
          <p:cNvPr id="5" name="Fußzeilenplatzhalter 4"/>
          <p:cNvSpPr>
            <a:spLocks noGrp="1"/>
          </p:cNvSpPr>
          <p:nvPr>
            <p:ph type="ftr" sz="quarter" idx="3"/>
          </p:nvPr>
        </p:nvSpPr>
        <p:spPr>
          <a:xfrm>
            <a:off x="4779287" y="6351776"/>
            <a:ext cx="3637668" cy="226237"/>
          </a:xfrm>
          <a:prstGeom prst="rect">
            <a:avLst/>
          </a:prstGeom>
        </p:spPr>
        <p:txBody>
          <a:bodyPr vert="horz" lIns="91440" tIns="45720" rIns="91440" bIns="45720" rtlCol="0" anchor="b"/>
          <a:lstStyle>
            <a:lvl1pPr algn="l">
              <a:defRPr sz="800">
                <a:solidFill>
                  <a:schemeClr val="bg1"/>
                </a:solidFill>
              </a:defRPr>
            </a:lvl1pPr>
          </a:lstStyle>
          <a:p>
            <a:r>
              <a:rPr lang="de-DE" dirty="0"/>
              <a:t>Titel der Präsentation ODER des Vortragenden</a:t>
            </a:r>
          </a:p>
        </p:txBody>
      </p:sp>
      <p:sp>
        <p:nvSpPr>
          <p:cNvPr id="6" name="Foliennummernplatzhalter 5"/>
          <p:cNvSpPr>
            <a:spLocks noGrp="1"/>
          </p:cNvSpPr>
          <p:nvPr>
            <p:ph type="sldNum" sz="quarter" idx="4"/>
          </p:nvPr>
        </p:nvSpPr>
        <p:spPr>
          <a:xfrm>
            <a:off x="8515350" y="6434321"/>
            <a:ext cx="463716" cy="314081"/>
          </a:xfrm>
          <a:prstGeom prst="rect">
            <a:avLst/>
          </a:prstGeom>
        </p:spPr>
        <p:txBody>
          <a:bodyPr vert="horz" lIns="91440" tIns="45720" rIns="91440" bIns="45720" rtlCol="0" anchor="b"/>
          <a:lstStyle>
            <a:lvl1pPr algn="ctr">
              <a:defRPr sz="800">
                <a:solidFill>
                  <a:schemeClr val="bg1"/>
                </a:solidFill>
              </a:defRPr>
            </a:lvl1pPr>
          </a:lstStyle>
          <a:p>
            <a:fld id="{AB6C09D1-9D44-46E9-90D5-584F6311654E}" type="slidenum">
              <a:rPr lang="de-DE" smtClean="0"/>
              <a:pPr/>
              <a:t>‹Nr.›</a:t>
            </a:fld>
            <a:endParaRPr lang="de-DE" dirty="0"/>
          </a:p>
        </p:txBody>
      </p:sp>
      <p:pic>
        <p:nvPicPr>
          <p:cNvPr id="8"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tretch>
            <a:fillRect/>
          </a:stretch>
        </p:blipFill>
        <p:spPr bwMode="auto">
          <a:xfrm>
            <a:off x="217512" y="6391520"/>
            <a:ext cx="1554003" cy="35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380028"/>
      </p:ext>
    </p:extLst>
  </p:cSld>
  <p:clrMap bg1="lt1" tx1="dk1" bg2="lt2" tx2="dk2" accent1="accent1" accent2="accent2" accent3="accent3" accent4="accent4" accent5="accent5" accent6="accent6" hlink="hlink" folHlink="folHlink"/>
  <p:sldLayoutIdLst>
    <p:sldLayoutId id="2147483671" r:id="rId1"/>
    <p:sldLayoutId id="2147483666" r:id="rId2"/>
    <p:sldLayoutId id="2147483672" r:id="rId3"/>
    <p:sldLayoutId id="2147483661" r:id="rId4"/>
    <p:sldLayoutId id="2147483650" r:id="rId5"/>
    <p:sldLayoutId id="2147483677" r:id="rId6"/>
    <p:sldLayoutId id="2147483673" r:id="rId7"/>
    <p:sldLayoutId id="2147483664" r:id="rId8"/>
    <p:sldLayoutId id="2147483665" r:id="rId9"/>
    <p:sldLayoutId id="2147483652" r:id="rId10"/>
    <p:sldLayoutId id="2147483653" r:id="rId11"/>
    <p:sldLayoutId id="2147483660" r:id="rId12"/>
    <p:sldLayoutId id="2147483674" r:id="rId13"/>
    <p:sldLayoutId id="2147483675" r:id="rId14"/>
    <p:sldLayoutId id="2147483654" r:id="rId15"/>
    <p:sldLayoutId id="2147483655" r:id="rId16"/>
  </p:sldLayoutIdLst>
  <p:hf hdr="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63525" indent="-263525" algn="l" defTabSz="914400" rtl="0" eaLnBrk="1" latinLnBrk="0" hangingPunct="1">
        <a:lnSpc>
          <a:spcPct val="130000"/>
        </a:lnSpc>
        <a:spcBef>
          <a:spcPts val="1000"/>
        </a:spcBef>
        <a:buFont typeface="Arial" panose="020B0604020202020204" pitchFamily="34" charset="0"/>
        <a:buChar char="•"/>
        <a:defRPr sz="2000" kern="1200">
          <a:solidFill>
            <a:schemeClr val="tx1"/>
          </a:solidFill>
          <a:latin typeface="+mn-lt"/>
          <a:ea typeface="+mn-ea"/>
          <a:cs typeface="+mn-cs"/>
        </a:defRPr>
      </a:lvl1pPr>
      <a:lvl2pPr marL="542925" indent="-279400" algn="l" defTabSz="914400" rtl="0" eaLnBrk="1" latinLnBrk="0" hangingPunct="1">
        <a:lnSpc>
          <a:spcPct val="130000"/>
        </a:lnSpc>
        <a:spcBef>
          <a:spcPts val="500"/>
        </a:spcBef>
        <a:buFont typeface="Arial" panose="020B0604020202020204" pitchFamily="34" charset="0"/>
        <a:buChar char="•"/>
        <a:defRPr sz="1900" kern="1200">
          <a:solidFill>
            <a:schemeClr val="tx1"/>
          </a:solidFill>
          <a:latin typeface="+mn-lt"/>
          <a:ea typeface="+mn-ea"/>
          <a:cs typeface="+mn-cs"/>
        </a:defRPr>
      </a:lvl2pPr>
      <a:lvl3pPr marL="806450" indent="-263525" algn="l" defTabSz="914400" rtl="0" eaLnBrk="1"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3pPr>
      <a:lvl4pPr marL="1069975" indent="-263525" algn="l" defTabSz="914400" rtl="0" eaLnBrk="1" latinLnBrk="0" hangingPunct="1">
        <a:lnSpc>
          <a:spcPct val="130000"/>
        </a:lnSpc>
        <a:spcBef>
          <a:spcPts val="500"/>
        </a:spcBef>
        <a:buFont typeface="Arial" panose="020B0604020202020204" pitchFamily="34" charset="0"/>
        <a:buChar char="•"/>
        <a:defRPr sz="1700" kern="1200">
          <a:solidFill>
            <a:schemeClr val="tx1"/>
          </a:solidFill>
          <a:latin typeface="+mn-lt"/>
          <a:ea typeface="+mn-ea"/>
          <a:cs typeface="+mn-cs"/>
        </a:defRPr>
      </a:lvl4pPr>
      <a:lvl5pPr marL="1347788" indent="-277813" algn="l" defTabSz="914400" rtl="0" eaLnBrk="1" latinLnBrk="0" hangingPunct="1">
        <a:lnSpc>
          <a:spcPct val="13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0" userDrawn="1">
          <p15:clr>
            <a:srgbClr val="F26B43"/>
          </p15:clr>
        </p15:guide>
        <p15:guide id="2" pos="5363" userDrawn="1">
          <p15:clr>
            <a:srgbClr val="F26B43"/>
          </p15:clr>
        </p15:guide>
        <p15:guide id="3" orient="horz" pos="845" userDrawn="1">
          <p15:clr>
            <a:srgbClr val="F26B43"/>
          </p15:clr>
        </p15:guide>
        <p15:guide id="4" orient="horz" pos="4042" userDrawn="1">
          <p15:clr>
            <a:srgbClr val="F26B43"/>
          </p15:clr>
        </p15:guide>
        <p15:guide id="5" orient="horz" pos="4201" userDrawn="1">
          <p15:clr>
            <a:srgbClr val="F26B43"/>
          </p15:clr>
        </p15:guide>
        <p15:guide id="6" pos="299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dirty="0" err="1"/>
              <a:t>Biosignalverarbeitung</a:t>
            </a:r>
            <a:endParaRPr lang="de-DE" dirty="0"/>
          </a:p>
        </p:txBody>
      </p:sp>
      <p:sp>
        <p:nvSpPr>
          <p:cNvPr id="5" name="Fußzeilenplatzhalter 4"/>
          <p:cNvSpPr>
            <a:spLocks noGrp="1"/>
          </p:cNvSpPr>
          <p:nvPr>
            <p:ph type="ftr" sz="quarter" idx="11"/>
          </p:nvPr>
        </p:nvSpPr>
        <p:spPr/>
        <p:txBody>
          <a:bodyPr/>
          <a:lstStyle/>
          <a:p>
            <a:r>
              <a:rPr lang="de-DE" dirty="0" err="1"/>
              <a:t>Noraxon</a:t>
            </a:r>
            <a:r>
              <a:rPr lang="de-DE" dirty="0"/>
              <a:t> Core EMG</a:t>
            </a:r>
          </a:p>
        </p:txBody>
      </p:sp>
      <p:sp>
        <p:nvSpPr>
          <p:cNvPr id="6" name="Foliennummernplatzhalter 5"/>
          <p:cNvSpPr>
            <a:spLocks noGrp="1"/>
          </p:cNvSpPr>
          <p:nvPr>
            <p:ph type="sldNum" sz="quarter" idx="12"/>
          </p:nvPr>
        </p:nvSpPr>
        <p:spPr/>
        <p:txBody>
          <a:bodyPr/>
          <a:lstStyle/>
          <a:p>
            <a:fld id="{AB6C09D1-9D44-46E9-90D5-584F6311654E}" type="slidenum">
              <a:rPr lang="de-DE" smtClean="0"/>
              <a:pPr/>
              <a:t>1</a:t>
            </a:fld>
            <a:endParaRPr lang="de-DE"/>
          </a:p>
        </p:txBody>
      </p:sp>
      <p:sp>
        <p:nvSpPr>
          <p:cNvPr id="2" name="Titel 1"/>
          <p:cNvSpPr>
            <a:spLocks noGrp="1"/>
          </p:cNvSpPr>
          <p:nvPr>
            <p:ph type="ctrTitle"/>
          </p:nvPr>
        </p:nvSpPr>
        <p:spPr/>
        <p:txBody>
          <a:bodyPr>
            <a:normAutofit/>
          </a:bodyPr>
          <a:lstStyle/>
          <a:p>
            <a:pPr algn="ctr"/>
            <a:r>
              <a:rPr lang="de-DE" dirty="0" err="1"/>
              <a:t>Noraxon</a:t>
            </a:r>
            <a:r>
              <a:rPr lang="de-DE" dirty="0"/>
              <a:t> Core EMG</a:t>
            </a:r>
          </a:p>
        </p:txBody>
      </p:sp>
      <p:sp>
        <p:nvSpPr>
          <p:cNvPr id="3" name="Untertitel 2"/>
          <p:cNvSpPr>
            <a:spLocks noGrp="1"/>
          </p:cNvSpPr>
          <p:nvPr>
            <p:ph type="subTitle" idx="1"/>
          </p:nvPr>
        </p:nvSpPr>
        <p:spPr/>
        <p:txBody>
          <a:bodyPr>
            <a:normAutofit fontScale="85000" lnSpcReduction="20000"/>
          </a:bodyPr>
          <a:lstStyle/>
          <a:p>
            <a:pPr algn="ctr"/>
            <a:r>
              <a:rPr lang="de-DE" sz="2800" b="1" dirty="0"/>
              <a:t>Velamed GmbH</a:t>
            </a:r>
            <a:endParaRPr lang="de-DE" sz="2800" dirty="0"/>
          </a:p>
          <a:p>
            <a:pPr algn="ctr"/>
            <a:r>
              <a:rPr lang="de-DE" sz="1800" dirty="0" err="1"/>
              <a:t>Helmholtzstraße</a:t>
            </a:r>
            <a:r>
              <a:rPr lang="de-DE" sz="1800" dirty="0"/>
              <a:t> 50, 50825 Köln, Deutschland</a:t>
            </a:r>
          </a:p>
          <a:p>
            <a:pPr algn="ctr"/>
            <a:r>
              <a:rPr lang="de-DE" sz="1800" dirty="0"/>
              <a:t>www.velamed.com</a:t>
            </a:r>
          </a:p>
          <a:p>
            <a:pPr algn="ctr"/>
            <a:r>
              <a:rPr lang="de-DE" sz="2000" dirty="0"/>
              <a:t>Carl Renkes – 12044058</a:t>
            </a:r>
          </a:p>
        </p:txBody>
      </p:sp>
    </p:spTree>
    <p:extLst>
      <p:ext uri="{BB962C8B-B14F-4D97-AF65-F5344CB8AC3E}">
        <p14:creationId xmlns:p14="http://schemas.microsoft.com/office/powerpoint/2010/main" val="1264456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Technische Daten (Datenblatt)</a:t>
            </a:r>
            <a:endParaRPr lang="de-AT" dirty="0"/>
          </a:p>
        </p:txBody>
      </p:sp>
      <p:sp>
        <p:nvSpPr>
          <p:cNvPr id="3" name="Datumsplatzhalter 2"/>
          <p:cNvSpPr>
            <a:spLocks noGrp="1"/>
          </p:cNvSpPr>
          <p:nvPr>
            <p:ph type="dt" sz="half" idx="10"/>
          </p:nvPr>
        </p:nvSpPr>
        <p:spPr/>
        <p:txBody>
          <a:bodyPr/>
          <a:lstStyle/>
          <a:p>
            <a:r>
              <a:rPr lang="en-US" dirty="0" err="1"/>
              <a:t>Biosignalverarbeitung</a:t>
            </a:r>
            <a:endParaRPr lang="de-DE" dirty="0"/>
          </a:p>
        </p:txBody>
      </p:sp>
      <p:sp>
        <p:nvSpPr>
          <p:cNvPr id="4" name="Fußzeilenplatzhalter 3"/>
          <p:cNvSpPr>
            <a:spLocks noGrp="1"/>
          </p:cNvSpPr>
          <p:nvPr>
            <p:ph type="ftr" sz="quarter" idx="11"/>
          </p:nvPr>
        </p:nvSpPr>
        <p:spPr/>
        <p:txBody>
          <a:bodyPr/>
          <a:lstStyle/>
          <a:p>
            <a:r>
              <a:rPr lang="de-DE" dirty="0" err="1"/>
              <a:t>Noraxon</a:t>
            </a:r>
            <a:r>
              <a:rPr lang="de-DE" dirty="0"/>
              <a:t> Core EMG</a:t>
            </a:r>
          </a:p>
        </p:txBody>
      </p:sp>
      <p:sp>
        <p:nvSpPr>
          <p:cNvPr id="5" name="Foliennummernplatzhalter 4"/>
          <p:cNvSpPr>
            <a:spLocks noGrp="1"/>
          </p:cNvSpPr>
          <p:nvPr>
            <p:ph type="sldNum" sz="quarter" idx="12"/>
          </p:nvPr>
        </p:nvSpPr>
        <p:spPr/>
        <p:txBody>
          <a:bodyPr/>
          <a:lstStyle/>
          <a:p>
            <a:fld id="{AB6C09D1-9D44-46E9-90D5-584F6311654E}" type="slidenum">
              <a:rPr lang="de-DE" smtClean="0"/>
              <a:pPr/>
              <a:t>2</a:t>
            </a:fld>
            <a:endParaRPr lang="de-DE"/>
          </a:p>
        </p:txBody>
      </p:sp>
      <p:sp>
        <p:nvSpPr>
          <p:cNvPr id="7171" name="Inhaltsplatzhalter 2"/>
          <p:cNvSpPr>
            <a:spLocks noGrp="1"/>
          </p:cNvSpPr>
          <p:nvPr>
            <p:ph sz="quarter" idx="13"/>
          </p:nvPr>
        </p:nvSpPr>
        <p:spPr/>
        <p:txBody>
          <a:bodyPr/>
          <a:lstStyle/>
          <a:p>
            <a:r>
              <a:rPr lang="de-DE" dirty="0"/>
              <a:t>Eingangsbereich: ± 24 000 μV (Spitzenwert U_p)</a:t>
            </a:r>
          </a:p>
          <a:p>
            <a:r>
              <a:rPr lang="de-DE" dirty="0"/>
              <a:t>Rauschspannung: &lt; 2 μV RMS (Analogteil / Hub)</a:t>
            </a:r>
          </a:p>
          <a:p>
            <a:r>
              <a:rPr lang="de-DE" dirty="0"/>
              <a:t>ADC: 24 Bit</a:t>
            </a:r>
          </a:p>
          <a:p>
            <a:r>
              <a:rPr lang="de-DE" dirty="0"/>
              <a:t>Bandbreite: 20 – 500 Hz</a:t>
            </a:r>
          </a:p>
          <a:p>
            <a:r>
              <a:rPr lang="de-DE" dirty="0"/>
              <a:t>Abtastrate: 2000 Hz</a:t>
            </a:r>
          </a:p>
          <a:p>
            <a:r>
              <a:rPr lang="de-DE" dirty="0"/>
              <a:t>CMRR: &gt; 90 dB</a:t>
            </a:r>
          </a:p>
        </p:txBody>
      </p:sp>
    </p:spTree>
    <p:extLst>
      <p:ext uri="{BB962C8B-B14F-4D97-AF65-F5344CB8AC3E}">
        <p14:creationId xmlns:p14="http://schemas.microsoft.com/office/powerpoint/2010/main" val="515423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2C65-A8ED-B27A-F76F-24255A15B01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C9EA24-3C51-83D9-90C1-1B1FD1AF621F}"/>
              </a:ext>
            </a:extLst>
          </p:cNvPr>
          <p:cNvSpPr>
            <a:spLocks noGrp="1"/>
          </p:cNvSpPr>
          <p:nvPr>
            <p:ph type="title"/>
          </p:nvPr>
        </p:nvSpPr>
        <p:spPr/>
        <p:txBody>
          <a:bodyPr/>
          <a:lstStyle/>
          <a:p>
            <a:r>
              <a:rPr lang="de-DE" dirty="0"/>
              <a:t>Berechnungen</a:t>
            </a:r>
            <a:endParaRPr lang="de-AT" dirty="0"/>
          </a:p>
        </p:txBody>
      </p:sp>
      <p:sp>
        <p:nvSpPr>
          <p:cNvPr id="3" name="Datumsplatzhalter 2">
            <a:extLst>
              <a:ext uri="{FF2B5EF4-FFF2-40B4-BE49-F238E27FC236}">
                <a16:creationId xmlns:a16="http://schemas.microsoft.com/office/drawing/2014/main" id="{7F328AB9-8505-A433-E1EB-E8C0090AD17A}"/>
              </a:ext>
            </a:extLst>
          </p:cNvPr>
          <p:cNvSpPr>
            <a:spLocks noGrp="1"/>
          </p:cNvSpPr>
          <p:nvPr>
            <p:ph type="dt" sz="half" idx="10"/>
          </p:nvPr>
        </p:nvSpPr>
        <p:spPr/>
        <p:txBody>
          <a:bodyPr/>
          <a:lstStyle/>
          <a:p>
            <a:r>
              <a:rPr lang="en-US" dirty="0" err="1"/>
              <a:t>Biosignalverarbeitung</a:t>
            </a:r>
            <a:endParaRPr lang="de-DE" dirty="0"/>
          </a:p>
        </p:txBody>
      </p:sp>
      <p:sp>
        <p:nvSpPr>
          <p:cNvPr id="4" name="Fußzeilenplatzhalter 3">
            <a:extLst>
              <a:ext uri="{FF2B5EF4-FFF2-40B4-BE49-F238E27FC236}">
                <a16:creationId xmlns:a16="http://schemas.microsoft.com/office/drawing/2014/main" id="{0C870F84-4681-EDFB-49E9-1A254246F407}"/>
              </a:ext>
            </a:extLst>
          </p:cNvPr>
          <p:cNvSpPr>
            <a:spLocks noGrp="1"/>
          </p:cNvSpPr>
          <p:nvPr>
            <p:ph type="ftr" sz="quarter" idx="11"/>
          </p:nvPr>
        </p:nvSpPr>
        <p:spPr/>
        <p:txBody>
          <a:bodyPr/>
          <a:lstStyle/>
          <a:p>
            <a:r>
              <a:rPr lang="de-DE" dirty="0" err="1"/>
              <a:t>Noraxon</a:t>
            </a:r>
            <a:r>
              <a:rPr lang="de-DE" dirty="0"/>
              <a:t> Core EMG</a:t>
            </a:r>
          </a:p>
        </p:txBody>
      </p:sp>
      <p:sp>
        <p:nvSpPr>
          <p:cNvPr id="5" name="Foliennummernplatzhalter 4">
            <a:extLst>
              <a:ext uri="{FF2B5EF4-FFF2-40B4-BE49-F238E27FC236}">
                <a16:creationId xmlns:a16="http://schemas.microsoft.com/office/drawing/2014/main" id="{C19C2C0A-B85B-7178-6BC6-369843DBA434}"/>
              </a:ext>
            </a:extLst>
          </p:cNvPr>
          <p:cNvSpPr>
            <a:spLocks noGrp="1"/>
          </p:cNvSpPr>
          <p:nvPr>
            <p:ph type="sldNum" sz="quarter" idx="12"/>
          </p:nvPr>
        </p:nvSpPr>
        <p:spPr/>
        <p:txBody>
          <a:bodyPr/>
          <a:lstStyle/>
          <a:p>
            <a:fld id="{AB6C09D1-9D44-46E9-90D5-584F6311654E}" type="slidenum">
              <a:rPr lang="de-DE" smtClean="0"/>
              <a:pPr/>
              <a:t>3</a:t>
            </a:fld>
            <a:endParaRPr lang="de-DE"/>
          </a:p>
        </p:txBody>
      </p:sp>
      <p:sp>
        <p:nvSpPr>
          <p:cNvPr id="7171" name="Inhaltsplatzhalter 2">
            <a:extLst>
              <a:ext uri="{FF2B5EF4-FFF2-40B4-BE49-F238E27FC236}">
                <a16:creationId xmlns:a16="http://schemas.microsoft.com/office/drawing/2014/main" id="{DAD7D703-962A-2B59-1014-A189E606E2A9}"/>
              </a:ext>
            </a:extLst>
          </p:cNvPr>
          <p:cNvSpPr>
            <a:spLocks noGrp="1"/>
          </p:cNvSpPr>
          <p:nvPr>
            <p:ph sz="quarter" idx="13"/>
          </p:nvPr>
        </p:nvSpPr>
        <p:spPr/>
        <p:txBody>
          <a:bodyPr>
            <a:noAutofit/>
          </a:bodyPr>
          <a:lstStyle/>
          <a:p>
            <a:r>
              <a:rPr lang="de-DE" sz="1800" dirty="0"/>
              <a:t>U_RMS = </a:t>
            </a:r>
            <a:r>
              <a:rPr lang="de-DE" sz="1800" dirty="0" err="1"/>
              <a:t>U_p</a:t>
            </a:r>
            <a:r>
              <a:rPr lang="de-DE" sz="1800" dirty="0"/>
              <a:t> / Crest</a:t>
            </a:r>
          </a:p>
          <a:p>
            <a:pPr marL="0" indent="0">
              <a:buNone/>
            </a:pPr>
            <a:r>
              <a:rPr lang="de-DE" sz="1800" dirty="0"/>
              <a:t>	U_RMS = 24000 µV / 2.3 ≈ 10400 µV ≈ 10.4 mV</a:t>
            </a:r>
          </a:p>
          <a:p>
            <a:r>
              <a:rPr lang="de-DE" sz="1800" dirty="0"/>
              <a:t>SNR = 20 log10(</a:t>
            </a:r>
            <a:r>
              <a:rPr lang="de-DE" sz="1800" dirty="0" err="1"/>
              <a:t>U_signal</a:t>
            </a:r>
            <a:r>
              <a:rPr lang="de-DE" sz="1800" dirty="0"/>
              <a:t> / </a:t>
            </a:r>
            <a:r>
              <a:rPr lang="de-DE" sz="1800" dirty="0" err="1"/>
              <a:t>U_noise</a:t>
            </a:r>
            <a:r>
              <a:rPr lang="de-DE" sz="1800" dirty="0"/>
              <a:t>)</a:t>
            </a:r>
          </a:p>
          <a:p>
            <a:pPr marL="0" indent="0">
              <a:buNone/>
            </a:pPr>
            <a:r>
              <a:rPr lang="de-DE" sz="1800" dirty="0"/>
              <a:t>	SNR = 20 log10(10400 µV / 2 µV) ≈ 74 dB</a:t>
            </a:r>
          </a:p>
          <a:p>
            <a:r>
              <a:rPr lang="de-DE" sz="1800" dirty="0"/>
              <a:t>LSB = </a:t>
            </a:r>
            <a:r>
              <a:rPr lang="de-DE" sz="1800" dirty="0" err="1"/>
              <a:t>U_in</a:t>
            </a:r>
            <a:r>
              <a:rPr lang="de-DE" sz="1800" dirty="0"/>
              <a:t>(p-p) / 2^n</a:t>
            </a:r>
          </a:p>
          <a:p>
            <a:pPr marL="0" indent="0">
              <a:buNone/>
            </a:pPr>
            <a:r>
              <a:rPr lang="de-DE" sz="1800" dirty="0"/>
              <a:t>	LSB = 48 000 μV / 2^24 ≈ 2,9 nV</a:t>
            </a:r>
          </a:p>
          <a:p>
            <a:r>
              <a:rPr lang="de-DE" sz="1800" dirty="0"/>
              <a:t>Verrauschte Bits: n_rausch = log₂(U_rausch(p) / LSB)</a:t>
            </a:r>
          </a:p>
          <a:p>
            <a:pPr marL="0" indent="0">
              <a:buNone/>
            </a:pPr>
            <a:r>
              <a:rPr lang="de-DE" sz="1800" dirty="0"/>
              <a:t>	U_rausch(p) = 2 μV × 2,3 = 4,6 μV  →  n_rausch = log₂(4600 nV / 2,9 nV) ≈ 10,6 Bit</a:t>
            </a:r>
          </a:p>
          <a:p>
            <a:pPr marL="0" indent="0">
              <a:buNone/>
            </a:pPr>
            <a:r>
              <a:rPr lang="de-DE" sz="1800" dirty="0"/>
              <a:t>	→ ca. 11 Bit verrauscht  |  effektiv nutzbar: 24 − 11 ≈ 13 Bit</a:t>
            </a:r>
          </a:p>
        </p:txBody>
      </p:sp>
    </p:spTree>
    <p:extLst>
      <p:ext uri="{BB962C8B-B14F-4D97-AF65-F5344CB8AC3E}">
        <p14:creationId xmlns:p14="http://schemas.microsoft.com/office/powerpoint/2010/main" val="1537288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101A4-6483-2DFA-1416-2FC50354A73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34EE0AC-9CB6-5113-1B02-975242A06B0B}"/>
              </a:ext>
            </a:extLst>
          </p:cNvPr>
          <p:cNvSpPr>
            <a:spLocks noGrp="1"/>
          </p:cNvSpPr>
          <p:nvPr>
            <p:ph type="title"/>
          </p:nvPr>
        </p:nvSpPr>
        <p:spPr/>
        <p:txBody>
          <a:bodyPr/>
          <a:lstStyle/>
          <a:p>
            <a:r>
              <a:rPr lang="de-DE" dirty="0"/>
              <a:t>Technische Bewertung</a:t>
            </a:r>
            <a:endParaRPr lang="de-AT" dirty="0"/>
          </a:p>
        </p:txBody>
      </p:sp>
      <p:sp>
        <p:nvSpPr>
          <p:cNvPr id="3" name="Datumsplatzhalter 2">
            <a:extLst>
              <a:ext uri="{FF2B5EF4-FFF2-40B4-BE49-F238E27FC236}">
                <a16:creationId xmlns:a16="http://schemas.microsoft.com/office/drawing/2014/main" id="{FAC48475-5357-F8DB-4EF5-CFA88C80ABAE}"/>
              </a:ext>
            </a:extLst>
          </p:cNvPr>
          <p:cNvSpPr>
            <a:spLocks noGrp="1"/>
          </p:cNvSpPr>
          <p:nvPr>
            <p:ph type="dt" sz="half" idx="10"/>
          </p:nvPr>
        </p:nvSpPr>
        <p:spPr/>
        <p:txBody>
          <a:bodyPr/>
          <a:lstStyle/>
          <a:p>
            <a:r>
              <a:rPr lang="en-US" dirty="0" err="1"/>
              <a:t>Biosignalverarbeitung</a:t>
            </a:r>
            <a:endParaRPr lang="de-DE" dirty="0"/>
          </a:p>
        </p:txBody>
      </p:sp>
      <p:sp>
        <p:nvSpPr>
          <p:cNvPr id="4" name="Fußzeilenplatzhalter 3">
            <a:extLst>
              <a:ext uri="{FF2B5EF4-FFF2-40B4-BE49-F238E27FC236}">
                <a16:creationId xmlns:a16="http://schemas.microsoft.com/office/drawing/2014/main" id="{EDA3A463-B848-2E55-E79C-8E7AA817CB8E}"/>
              </a:ext>
            </a:extLst>
          </p:cNvPr>
          <p:cNvSpPr>
            <a:spLocks noGrp="1"/>
          </p:cNvSpPr>
          <p:nvPr>
            <p:ph type="ftr" sz="quarter" idx="11"/>
          </p:nvPr>
        </p:nvSpPr>
        <p:spPr/>
        <p:txBody>
          <a:bodyPr/>
          <a:lstStyle/>
          <a:p>
            <a:r>
              <a:rPr lang="de-DE" dirty="0" err="1"/>
              <a:t>Noraxon</a:t>
            </a:r>
            <a:r>
              <a:rPr lang="de-DE" dirty="0"/>
              <a:t> Core EMG</a:t>
            </a:r>
          </a:p>
        </p:txBody>
      </p:sp>
      <p:sp>
        <p:nvSpPr>
          <p:cNvPr id="5" name="Foliennummernplatzhalter 4">
            <a:extLst>
              <a:ext uri="{FF2B5EF4-FFF2-40B4-BE49-F238E27FC236}">
                <a16:creationId xmlns:a16="http://schemas.microsoft.com/office/drawing/2014/main" id="{7B7EC154-4698-7B51-2377-13C9492167B9}"/>
              </a:ext>
            </a:extLst>
          </p:cNvPr>
          <p:cNvSpPr>
            <a:spLocks noGrp="1"/>
          </p:cNvSpPr>
          <p:nvPr>
            <p:ph type="sldNum" sz="quarter" idx="12"/>
          </p:nvPr>
        </p:nvSpPr>
        <p:spPr/>
        <p:txBody>
          <a:bodyPr/>
          <a:lstStyle/>
          <a:p>
            <a:fld id="{AB6C09D1-9D44-46E9-90D5-584F6311654E}" type="slidenum">
              <a:rPr lang="de-DE" smtClean="0"/>
              <a:pPr/>
              <a:t>4</a:t>
            </a:fld>
            <a:endParaRPr lang="de-DE"/>
          </a:p>
        </p:txBody>
      </p:sp>
      <p:sp>
        <p:nvSpPr>
          <p:cNvPr id="7171" name="Inhaltsplatzhalter 2">
            <a:extLst>
              <a:ext uri="{FF2B5EF4-FFF2-40B4-BE49-F238E27FC236}">
                <a16:creationId xmlns:a16="http://schemas.microsoft.com/office/drawing/2014/main" id="{911151CD-CC48-EA10-61CB-3EA85BECD111}"/>
              </a:ext>
            </a:extLst>
          </p:cNvPr>
          <p:cNvSpPr>
            <a:spLocks noGrp="1"/>
          </p:cNvSpPr>
          <p:nvPr>
            <p:ph sz="quarter" idx="13"/>
          </p:nvPr>
        </p:nvSpPr>
        <p:spPr/>
        <p:txBody>
          <a:bodyPr/>
          <a:lstStyle/>
          <a:p>
            <a:r>
              <a:rPr lang="de-DE" dirty="0"/>
              <a:t>SNR ≈ 74 dB (kein Vergleichswert im Datenblatt angegeben)</a:t>
            </a:r>
          </a:p>
          <a:p>
            <a:r>
              <a:rPr lang="de-DE" dirty="0"/>
              <a:t>Ca. 11 Bit verrauscht, effektiv nutzbar: ≈ 13 Bit von 24 Bit</a:t>
            </a:r>
          </a:p>
          <a:p>
            <a:r>
              <a:rPr lang="de-DE" dirty="0"/>
              <a:t>Bandbreite 20–500 Hz: typisch und ausreichend für Oberflächen-EMG</a:t>
            </a:r>
          </a:p>
          <a:p>
            <a:r>
              <a:rPr lang="de-DE" dirty="0"/>
              <a:t>Rauschspannung &lt; 2 μV RMS bezieht sich laut Datenblatt auf den Analogteil (Hub)</a:t>
            </a:r>
          </a:p>
          <a:p>
            <a:r>
              <a:rPr lang="de-DE" dirty="0"/>
              <a:t>Quantisierungsrauschen ADC: ≈ 0,84 nV RMS → vernachlässigbar gegenüber 2 μV</a:t>
            </a:r>
          </a:p>
          <a:p>
            <a:r>
              <a:rPr lang="de-DE" dirty="0"/>
              <a:t>Datenblatt unvollständig: kein SNR, kein Digitalrauschen, kein Sensoreinzelrauschen</a:t>
            </a:r>
          </a:p>
        </p:txBody>
      </p:sp>
    </p:spTree>
    <p:extLst>
      <p:ext uri="{BB962C8B-B14F-4D97-AF65-F5344CB8AC3E}">
        <p14:creationId xmlns:p14="http://schemas.microsoft.com/office/powerpoint/2010/main" val="142285470"/>
      </p:ext>
    </p:extLst>
  </p:cSld>
  <p:clrMapOvr>
    <a:masterClrMapping/>
  </p:clrMapOvr>
</p:sld>
</file>

<file path=ppt/theme/theme1.xml><?xml version="1.0" encoding="utf-8"?>
<a:theme xmlns:a="http://schemas.openxmlformats.org/drawingml/2006/main" name="MedUni Wien">
  <a:themeElements>
    <a:clrScheme name="MedUni Wien">
      <a:dk1>
        <a:sysClr val="windowText" lastClr="000000"/>
      </a:dk1>
      <a:lt1>
        <a:sysClr val="window" lastClr="FFFFFF"/>
      </a:lt1>
      <a:dk2>
        <a:srgbClr val="757070"/>
      </a:dk2>
      <a:lt2>
        <a:srgbClr val="FDD8C9"/>
      </a:lt2>
      <a:accent1>
        <a:srgbClr val="111D4E"/>
      </a:accent1>
      <a:accent2>
        <a:srgbClr val="5FB4E5"/>
      </a:accent2>
      <a:accent3>
        <a:srgbClr val="3CBFAE"/>
      </a:accent3>
      <a:accent4>
        <a:srgbClr val="F0A794"/>
      </a:accent4>
      <a:accent5>
        <a:srgbClr val="4472C4"/>
      </a:accent5>
      <a:accent6>
        <a:srgbClr val="70AD47"/>
      </a:accent6>
      <a:hlink>
        <a:srgbClr val="111D4E"/>
      </a:hlink>
      <a:folHlink>
        <a:srgbClr val="00297A"/>
      </a:folHlink>
    </a:clrScheme>
    <a:fontScheme name="MedUni Wien">
      <a:majorFont>
        <a:latin typeface="Georgia"/>
        <a:ea typeface=""/>
        <a:cs typeface=""/>
      </a:majorFont>
      <a:minorFont>
        <a:latin typeface="Lucid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dUni Wien_DE_4-3.potx" id="{416750B5-EAB7-4409-9598-D92AD0A04583}" vid="{520416AF-E53F-403C-8AC6-CE15386B7C1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MedUni Wien</Template>
  <TotalTime>0</TotalTime>
  <Words>751</Words>
  <Application>Microsoft Macintosh PowerPoint</Application>
  <PresentationFormat>Bildschirmpräsentation (4:3)</PresentationFormat>
  <Paragraphs>54</Paragraphs>
  <Slides>4</Slides>
  <Notes>4</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vt:i4>
      </vt:variant>
    </vt:vector>
  </HeadingPairs>
  <TitlesOfParts>
    <vt:vector size="9" baseType="lpstr">
      <vt:lpstr>Arial</vt:lpstr>
      <vt:lpstr>Calibri</vt:lpstr>
      <vt:lpstr>Georgia</vt:lpstr>
      <vt:lpstr>Lucida Sans</vt:lpstr>
      <vt:lpstr>MedUni Wien</vt:lpstr>
      <vt:lpstr>Noraxon Core EMG</vt:lpstr>
      <vt:lpstr>Technische Daten (Datenblatt)</vt:lpstr>
      <vt:lpstr>Berechnungen</vt:lpstr>
      <vt:lpstr>Technische Bewertung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 Renkes</dc:creator>
  <cp:lastModifiedBy>Carl Renkes</cp:lastModifiedBy>
  <cp:revision>11</cp:revision>
  <cp:lastPrinted>2016-07-07T12:58:37Z</cp:lastPrinted>
  <dcterms:created xsi:type="dcterms:W3CDTF">2026-03-16T06:58:36Z</dcterms:created>
  <dcterms:modified xsi:type="dcterms:W3CDTF">2026-04-13T13:04:53Z</dcterms:modified>
</cp:coreProperties>
</file>